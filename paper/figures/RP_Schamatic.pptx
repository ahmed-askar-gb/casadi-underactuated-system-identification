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2879725" cy="233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8" userDrawn="1">
          <p15:clr>
            <a:srgbClr val="A4A3A4"/>
          </p15:clr>
        </p15:guide>
        <p15:guide id="2" pos="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1876E-B410-46F7-ACFD-F5BF6F35B869}" v="80" dt="2026-10-16T22:32:56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064" y="324"/>
      </p:cViewPr>
      <p:guideLst>
        <p:guide orient="horz" pos="738"/>
        <p:guide pos="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sker" userId="3a2d892e-23ad-4dd7-8942-7271f5dfa820" providerId="ADAL" clId="{D27FE0AA-E0AC-47E7-BBFE-A487A508B5B9}"/>
    <pc:docChg chg="undo redo custSel modSld">
      <pc:chgData name="Ahmed Asker" userId="3a2d892e-23ad-4dd7-8942-7271f5dfa820" providerId="ADAL" clId="{D27FE0AA-E0AC-47E7-BBFE-A487A508B5B9}" dt="2026-10-16T22:33:13.826" v="682" actId="478"/>
      <pc:docMkLst>
        <pc:docMk/>
      </pc:docMkLst>
      <pc:sldChg chg="addSp delSp modSp mod">
        <pc:chgData name="Ahmed Asker" userId="3a2d892e-23ad-4dd7-8942-7271f5dfa820" providerId="ADAL" clId="{D27FE0AA-E0AC-47E7-BBFE-A487A508B5B9}" dt="2026-10-16T22:33:13.826" v="682" actId="478"/>
        <pc:sldMkLst>
          <pc:docMk/>
          <pc:sldMk cId="3454109946" sldId="256"/>
        </pc:sldMkLst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3" creationId="{92182AF2-EF23-C397-9D5B-5E77A6B8A429}"/>
          </ac:spMkLst>
        </pc:spChg>
        <pc:spChg chg="add del mod">
          <ac:chgData name="Ahmed Asker" userId="3a2d892e-23ad-4dd7-8942-7271f5dfa820" providerId="ADAL" clId="{D27FE0AA-E0AC-47E7-BBFE-A487A508B5B9}" dt="2026-10-16T22:09:36.887" v="365" actId="478"/>
          <ac:spMkLst>
            <pc:docMk/>
            <pc:sldMk cId="3454109946" sldId="256"/>
            <ac:spMk id="5" creationId="{8B3BAF50-394D-879C-FEFF-FE6D5BF790D3}"/>
          </ac:spMkLst>
        </pc:spChg>
        <pc:spChg chg="add del mod">
          <ac:chgData name="Ahmed Asker" userId="3a2d892e-23ad-4dd7-8942-7271f5dfa820" providerId="ADAL" clId="{D27FE0AA-E0AC-47E7-BBFE-A487A508B5B9}" dt="2026-10-16T22:04:49.369" v="336" actId="478"/>
          <ac:spMkLst>
            <pc:docMk/>
            <pc:sldMk cId="3454109946" sldId="256"/>
            <ac:spMk id="8" creationId="{999802A6-47FB-12B5-A9F0-7B995BF4F04D}"/>
          </ac:spMkLst>
        </pc:spChg>
        <pc:spChg chg="mod">
          <ac:chgData name="Ahmed Asker" userId="3a2d892e-23ad-4dd7-8942-7271f5dfa820" providerId="ADAL" clId="{D27FE0AA-E0AC-47E7-BBFE-A487A508B5B9}" dt="2026-10-16T22:04:39.499" v="333"/>
          <ac:spMkLst>
            <pc:docMk/>
            <pc:sldMk cId="3454109946" sldId="256"/>
            <ac:spMk id="11" creationId="{DA82BE64-9FDA-460B-F861-210AB0A11730}"/>
          </ac:spMkLst>
        </pc:spChg>
        <pc:spChg chg="add del mod">
          <ac:chgData name="Ahmed Asker" userId="3a2d892e-23ad-4dd7-8942-7271f5dfa820" providerId="ADAL" clId="{D27FE0AA-E0AC-47E7-BBFE-A487A508B5B9}" dt="2026-10-16T22:04:45.803" v="334" actId="478"/>
          <ac:spMkLst>
            <pc:docMk/>
            <pc:sldMk cId="3454109946" sldId="256"/>
            <ac:spMk id="26" creationId="{4C3439C6-6D29-805F-7C97-4A6402FEF2A7}"/>
          </ac:spMkLst>
        </pc:spChg>
        <pc:spChg chg="add del mod">
          <ac:chgData name="Ahmed Asker" userId="3a2d892e-23ad-4dd7-8942-7271f5dfa820" providerId="ADAL" clId="{D27FE0AA-E0AC-47E7-BBFE-A487A508B5B9}" dt="2026-10-16T22:22:40.944" v="517" actId="478"/>
          <ac:spMkLst>
            <pc:docMk/>
            <pc:sldMk cId="3454109946" sldId="256"/>
            <ac:spMk id="30" creationId="{6E454D41-4F76-4511-B292-7A064864F571}"/>
          </ac:spMkLst>
        </pc:spChg>
        <pc:spChg chg="add mod">
          <ac:chgData name="Ahmed Asker" userId="3a2d892e-23ad-4dd7-8942-7271f5dfa820" providerId="ADAL" clId="{D27FE0AA-E0AC-47E7-BBFE-A487A508B5B9}" dt="2026-10-16T22:17:27.095" v="444" actId="1036"/>
          <ac:spMkLst>
            <pc:docMk/>
            <pc:sldMk cId="3454109946" sldId="256"/>
            <ac:spMk id="37" creationId="{FEE276F8-9BE3-7731-B97C-7DEF577B5EB5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38" creationId="{E7016866-3610-D7A7-92EA-B20893AA766F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46" creationId="{2509406B-EE7E-FA43-0603-8A943A504EFD}"/>
          </ac:spMkLst>
        </pc:spChg>
        <pc:spChg chg="add mod">
          <ac:chgData name="Ahmed Asker" userId="3a2d892e-23ad-4dd7-8942-7271f5dfa820" providerId="ADAL" clId="{D27FE0AA-E0AC-47E7-BBFE-A487A508B5B9}" dt="2026-10-16T22:19:33.728" v="463" actId="20577"/>
          <ac:spMkLst>
            <pc:docMk/>
            <pc:sldMk cId="3454109946" sldId="256"/>
            <ac:spMk id="52" creationId="{134B7087-3A68-BE70-F190-920F3ACD88DB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54" creationId="{11F0EE8C-1DC2-EA17-5EB7-A1C78EC8FA06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59" creationId="{5B9B4DF6-CF35-60BF-3732-DDB969FBD7D9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60" creationId="{2866BF0E-9E8E-AD92-8AC3-4CB8C1F17A0D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63" creationId="{6C8BC61A-BC26-85EE-F537-E58DF80D2754}"/>
          </ac:spMkLst>
        </pc:spChg>
        <pc:spChg chg="add mod">
          <ac:chgData name="Ahmed Asker" userId="3a2d892e-23ad-4dd7-8942-7271f5dfa820" providerId="ADAL" clId="{D27FE0AA-E0AC-47E7-BBFE-A487A508B5B9}" dt="2026-10-16T22:25:03.111" v="541" actId="1076"/>
          <ac:spMkLst>
            <pc:docMk/>
            <pc:sldMk cId="3454109946" sldId="256"/>
            <ac:spMk id="72" creationId="{6AE59736-08A0-1284-970C-A9E84E041CA7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77" creationId="{EED69EDC-778A-AC46-2664-4978BD51D216}"/>
          </ac:spMkLst>
        </pc:spChg>
        <pc:spChg chg="add del mod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83" creationId="{1241839F-61A4-900A-B7DA-05E00FC80FB6}"/>
          </ac:spMkLst>
        </pc:spChg>
        <pc:spChg chg="del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89" creationId="{E553675F-DAC6-E648-38E2-130D107AF519}"/>
          </ac:spMkLst>
        </pc:spChg>
        <pc:spChg chg="del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93" creationId="{81C6A371-8EDE-3C30-2C44-E07DBB4C3170}"/>
          </ac:spMkLst>
        </pc:spChg>
        <pc:spChg chg="del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95" creationId="{9D8CCF5F-6B4B-3642-6E82-9DF5DB5D69A6}"/>
          </ac:spMkLst>
        </pc:spChg>
        <pc:spChg chg="add del mod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110" creationId="{E9F4E532-284A-EDF5-D8F1-4CC48005D988}"/>
          </ac:spMkLst>
        </pc:spChg>
        <pc:spChg chg="del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112" creationId="{DDE636A6-E12E-FFAC-3C1B-D9F2BF8CA1FA}"/>
          </ac:spMkLst>
        </pc:spChg>
        <pc:spChg chg="del mod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118" creationId="{DB7E1235-1AF3-4A9B-259B-EB667225984D}"/>
          </ac:spMkLst>
        </pc:spChg>
        <pc:spChg chg="del mod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119" creationId="{3A152C39-2788-8861-A664-A0825298BC42}"/>
          </ac:spMkLst>
        </pc:spChg>
        <pc:spChg chg="add del mod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120" creationId="{4CB2475B-E2F7-86BF-8EE6-480AC6469335}"/>
          </ac:spMkLst>
        </pc:spChg>
        <pc:spChg chg="add del mod">
          <ac:chgData name="Ahmed Asker" userId="3a2d892e-23ad-4dd7-8942-7271f5dfa820" providerId="ADAL" clId="{D27FE0AA-E0AC-47E7-BBFE-A487A508B5B9}" dt="2026-10-16T22:04:16.617" v="332" actId="478"/>
          <ac:spMkLst>
            <pc:docMk/>
            <pc:sldMk cId="3454109946" sldId="256"/>
            <ac:spMk id="121" creationId="{B7F7BEFF-429C-13FE-6870-45A2EDC51063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139" creationId="{BCFE6920-98F4-96EE-FE1A-EC0BDC312E95}"/>
          </ac:spMkLst>
        </pc:spChg>
        <pc:spChg chg="mod">
          <ac:chgData name="Ahmed Asker" userId="3a2d892e-23ad-4dd7-8942-7271f5dfa820" providerId="ADAL" clId="{D27FE0AA-E0AC-47E7-BBFE-A487A508B5B9}" dt="2026-10-16T22:28:09.487" v="575"/>
          <ac:spMkLst>
            <pc:docMk/>
            <pc:sldMk cId="3454109946" sldId="256"/>
            <ac:spMk id="141" creationId="{33A11238-374B-94DF-E5F2-2BEB74456837}"/>
          </ac:spMkLst>
        </pc:spChg>
        <pc:spChg chg="add del mod">
          <ac:chgData name="Ahmed Asker" userId="3a2d892e-23ad-4dd7-8942-7271f5dfa820" providerId="ADAL" clId="{D27FE0AA-E0AC-47E7-BBFE-A487A508B5B9}" dt="2026-10-16T22:28:41.931" v="588" actId="478"/>
          <ac:spMkLst>
            <pc:docMk/>
            <pc:sldMk cId="3454109946" sldId="256"/>
            <ac:spMk id="144" creationId="{0B51A97F-CD67-F274-E659-239F64B2523E}"/>
          </ac:spMkLst>
        </pc:spChg>
        <pc:spChg chg="add del mod">
          <ac:chgData name="Ahmed Asker" userId="3a2d892e-23ad-4dd7-8942-7271f5dfa820" providerId="ADAL" clId="{D27FE0AA-E0AC-47E7-BBFE-A487A508B5B9}" dt="2026-10-16T22:28:38.577" v="586" actId="478"/>
          <ac:spMkLst>
            <pc:docMk/>
            <pc:sldMk cId="3454109946" sldId="256"/>
            <ac:spMk id="145" creationId="{73619C95-0917-A120-382D-975D757C2B9E}"/>
          </ac:spMkLst>
        </pc:spChg>
        <pc:spChg chg="add mod">
          <ac:chgData name="Ahmed Asker" userId="3a2d892e-23ad-4dd7-8942-7271f5dfa820" providerId="ADAL" clId="{D27FE0AA-E0AC-47E7-BBFE-A487A508B5B9}" dt="2026-10-16T22:28:52.573" v="591" actId="1076"/>
          <ac:spMkLst>
            <pc:docMk/>
            <pc:sldMk cId="3454109946" sldId="256"/>
            <ac:spMk id="146" creationId="{A8648A60-A12B-EA94-66FF-A6CF9980A362}"/>
          </ac:spMkLst>
        </pc:spChg>
        <pc:spChg chg="add del mod">
          <ac:chgData name="Ahmed Asker" userId="3a2d892e-23ad-4dd7-8942-7271f5dfa820" providerId="ADAL" clId="{D27FE0AA-E0AC-47E7-BBFE-A487A508B5B9}" dt="2026-10-16T22:32:00.034" v="620" actId="21"/>
          <ac:spMkLst>
            <pc:docMk/>
            <pc:sldMk cId="3454109946" sldId="256"/>
            <ac:spMk id="147" creationId="{99352750-E00F-D44F-06A2-F72885A7406F}"/>
          </ac:spMkLst>
        </pc:spChg>
        <pc:spChg chg="mod">
          <ac:chgData name="Ahmed Asker" userId="3a2d892e-23ad-4dd7-8942-7271f5dfa820" providerId="ADAL" clId="{D27FE0AA-E0AC-47E7-BBFE-A487A508B5B9}" dt="2026-10-16T22:28:58.351" v="593"/>
          <ac:spMkLst>
            <pc:docMk/>
            <pc:sldMk cId="3454109946" sldId="256"/>
            <ac:spMk id="149" creationId="{7ADE6614-9556-1CE3-8521-966DB1EE1B36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59" creationId="{92182AF2-EF23-C397-9D5B-5E77A6B8A429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68" creationId="{FEE276F8-9BE3-7731-B97C-7DEF577B5EB5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69" creationId="{E7016866-3610-D7A7-92EA-B20893AA766F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73" creationId="{134B7087-3A68-BE70-F190-920F3ACD88DB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74" creationId="{11F0EE8C-1DC2-EA17-5EB7-A1C78EC8FA06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79" creationId="{2866BF0E-9E8E-AD92-8AC3-4CB8C1F17A0D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84" creationId="{6AE59736-08A0-1284-970C-A9E84E041CA7}"/>
          </ac:spMkLst>
        </pc:spChg>
        <pc:spChg chg="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89" creationId="{BCFE6920-98F4-96EE-FE1A-EC0BDC312E95}"/>
          </ac:spMkLst>
        </pc:spChg>
        <pc:spChg chg="mod">
          <ac:chgData name="Ahmed Asker" userId="3a2d892e-23ad-4dd7-8942-7271f5dfa820" providerId="ADAL" clId="{D27FE0AA-E0AC-47E7-BBFE-A487A508B5B9}" dt="2026-10-16T22:32:26.195" v="621"/>
          <ac:spMkLst>
            <pc:docMk/>
            <pc:sldMk cId="3454109946" sldId="256"/>
            <ac:spMk id="191" creationId="{33A11238-374B-94DF-E5F2-2BEB74456837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94" creationId="{A8648A60-A12B-EA94-66FF-A6CF9980A362}"/>
          </ac:spMkLst>
        </pc:spChg>
        <pc:spChg chg="add del mod">
          <ac:chgData name="Ahmed Asker" userId="3a2d892e-23ad-4dd7-8942-7271f5dfa820" providerId="ADAL" clId="{D27FE0AA-E0AC-47E7-BBFE-A487A508B5B9}" dt="2026-10-16T22:32:42.647" v="655" actId="21"/>
          <ac:spMkLst>
            <pc:docMk/>
            <pc:sldMk cId="3454109946" sldId="256"/>
            <ac:spMk id="195" creationId="{99352750-E00F-D44F-06A2-F72885A7406F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00" creationId="{92182AF2-EF23-C397-9D5B-5E77A6B8A429}"/>
          </ac:spMkLst>
        </pc:spChg>
        <pc:spChg chg="mod">
          <ac:chgData name="Ahmed Asker" userId="3a2d892e-23ad-4dd7-8942-7271f5dfa820" providerId="ADAL" clId="{D27FE0AA-E0AC-47E7-BBFE-A487A508B5B9}" dt="2026-10-16T22:32:56.615" v="656"/>
          <ac:spMkLst>
            <pc:docMk/>
            <pc:sldMk cId="3454109946" sldId="256"/>
            <ac:spMk id="203" creationId="{DA82BE64-9FDA-460B-F861-210AB0A11730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10" creationId="{E7016866-3610-D7A7-92EA-B20893AA766F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14" creationId="{134B7087-3A68-BE70-F190-920F3ACD88DB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19" creationId="{5B9B4DF6-CF35-60BF-3732-DDB969FBD7D9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20" creationId="{2866BF0E-9E8E-AD92-8AC3-4CB8C1F17A0D}"/>
          </ac:spMkLst>
        </pc:spChg>
        <pc:spChg chg="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21" creationId="{6C8BC61A-BC26-85EE-F537-E58DF80D2754}"/>
          </ac:spMkLst>
        </pc:spChg>
        <pc:spChg chg="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25" creationId="{6AE59736-08A0-1284-970C-A9E84E041CA7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27" creationId="{EED69EDC-778A-AC46-2664-4978BD51D216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30" creationId="{BCFE6920-98F4-96EE-FE1A-EC0BDC312E95}"/>
          </ac:spMkLst>
        </pc:spChg>
        <pc:spChg chg="mod">
          <ac:chgData name="Ahmed Asker" userId="3a2d892e-23ad-4dd7-8942-7271f5dfa820" providerId="ADAL" clId="{D27FE0AA-E0AC-47E7-BBFE-A487A508B5B9}" dt="2026-10-16T22:32:56.615" v="656"/>
          <ac:spMkLst>
            <pc:docMk/>
            <pc:sldMk cId="3454109946" sldId="256"/>
            <ac:spMk id="232" creationId="{33A11238-374B-94DF-E5F2-2BEB74456837}"/>
          </ac:spMkLst>
        </pc:spChg>
        <pc:spChg chg="add mod">
          <ac:chgData name="Ahmed Asker" userId="3a2d892e-23ad-4dd7-8942-7271f5dfa820" providerId="ADAL" clId="{D27FE0AA-E0AC-47E7-BBFE-A487A508B5B9}" dt="2026-10-16T22:33:08.901" v="680" actId="1036"/>
          <ac:spMkLst>
            <pc:docMk/>
            <pc:sldMk cId="3454109946" sldId="256"/>
            <ac:spMk id="236" creationId="{99352750-E00F-D44F-06A2-F72885A7406F}"/>
          </ac:spMkLst>
        </pc:spChg>
        <pc:grpChg chg="add mod">
          <ac:chgData name="Ahmed Asker" userId="3a2d892e-23ad-4dd7-8942-7271f5dfa820" providerId="ADAL" clId="{D27FE0AA-E0AC-47E7-BBFE-A487A508B5B9}" dt="2026-10-16T22:17:27.095" v="444" actId="1036"/>
          <ac:grpSpMkLst>
            <pc:docMk/>
            <pc:sldMk cId="3454109946" sldId="256"/>
            <ac:grpSpMk id="9" creationId="{83C3786B-8731-7D5B-C842-1757A10BC2CC}"/>
          </ac:grpSpMkLst>
        </pc:grpChg>
        <pc:grpChg chg="add mod">
          <ac:chgData name="Ahmed Asker" userId="3a2d892e-23ad-4dd7-8942-7271f5dfa820" providerId="ADAL" clId="{D27FE0AA-E0AC-47E7-BBFE-A487A508B5B9}" dt="2026-10-16T22:28:19.685" v="578" actId="1076"/>
          <ac:grpSpMkLst>
            <pc:docMk/>
            <pc:sldMk cId="3454109946" sldId="256"/>
            <ac:grpSpMk id="140" creationId="{779212D4-5EF2-9F4C-4922-712B45DB583B}"/>
          </ac:grpSpMkLst>
        </pc:grpChg>
        <pc:grpChg chg="add mod">
          <ac:chgData name="Ahmed Asker" userId="3a2d892e-23ad-4dd7-8942-7271f5dfa820" providerId="ADAL" clId="{D27FE0AA-E0AC-47E7-BBFE-A487A508B5B9}" dt="2026-10-16T22:29:00.692" v="594" actId="1076"/>
          <ac:grpSpMkLst>
            <pc:docMk/>
            <pc:sldMk cId="3454109946" sldId="256"/>
            <ac:grpSpMk id="148" creationId="{26FB22B5-AB8C-F16A-5EAC-47C1E8553EFF}"/>
          </ac:grpSpMkLst>
        </pc:grpChg>
        <pc:grpChg chg="del mod">
          <ac:chgData name="Ahmed Asker" userId="3a2d892e-23ad-4dd7-8942-7271f5dfa820" providerId="ADAL" clId="{D27FE0AA-E0AC-47E7-BBFE-A487A508B5B9}" dt="2026-10-16T22:33:13.826" v="682" actId="478"/>
          <ac:grpSpMkLst>
            <pc:docMk/>
            <pc:sldMk cId="3454109946" sldId="256"/>
            <ac:grpSpMk id="202" creationId="{83C3786B-8731-7D5B-C842-1757A10BC2CC}"/>
          </ac:grpSpMkLst>
        </pc:grpChg>
        <pc:cxnChg chg="add mod ord">
          <ac:chgData name="Ahmed Asker" userId="3a2d892e-23ad-4dd7-8942-7271f5dfa820" providerId="ADAL" clId="{D27FE0AA-E0AC-47E7-BBFE-A487A508B5B9}" dt="2026-10-16T22:30:04.557" v="603" actId="208"/>
          <ac:cxnSpMkLst>
            <pc:docMk/>
            <pc:sldMk cId="3454109946" sldId="256"/>
            <ac:cxnSpMk id="2" creationId="{140878AD-B29C-2907-27CC-4351BA295A65}"/>
          </ac:cxnSpMkLst>
        </pc:cxnChg>
        <pc:cxnChg chg="add mod">
          <ac:chgData name="Ahmed Asker" userId="3a2d892e-23ad-4dd7-8942-7271f5dfa820" providerId="ADAL" clId="{D27FE0AA-E0AC-47E7-BBFE-A487A508B5B9}" dt="2026-10-16T22:30:59.519" v="607" actId="208"/>
          <ac:cxnSpMkLst>
            <pc:docMk/>
            <pc:sldMk cId="3454109946" sldId="256"/>
            <ac:cxnSpMk id="4" creationId="{F88965C4-4805-024B-0C75-5573A5FCD72D}"/>
          </ac:cxnSpMkLst>
        </pc:cxnChg>
        <pc:cxnChg chg="add del mod">
          <ac:chgData name="Ahmed Asker" userId="3a2d892e-23ad-4dd7-8942-7271f5dfa820" providerId="ADAL" clId="{D27FE0AA-E0AC-47E7-BBFE-A487A508B5B9}" dt="2026-10-16T22:04:47.444" v="335" actId="478"/>
          <ac:cxnSpMkLst>
            <pc:docMk/>
            <pc:sldMk cId="3454109946" sldId="256"/>
            <ac:cxnSpMk id="6" creationId="{8852E4CC-05FB-E4E5-A5F3-262893F2EBE8}"/>
          </ac:cxnSpMkLst>
        </pc:cxnChg>
        <pc:cxnChg chg="mod">
          <ac:chgData name="Ahmed Asker" userId="3a2d892e-23ad-4dd7-8942-7271f5dfa820" providerId="ADAL" clId="{D27FE0AA-E0AC-47E7-BBFE-A487A508B5B9}" dt="2026-10-16T22:04:39.499" v="333"/>
          <ac:cxnSpMkLst>
            <pc:docMk/>
            <pc:sldMk cId="3454109946" sldId="256"/>
            <ac:cxnSpMk id="13" creationId="{21540E03-C7C3-EA98-4C22-9A4B67992785}"/>
          </ac:cxnSpMkLst>
        </pc:cxnChg>
        <pc:cxnChg chg="del">
          <ac:chgData name="Ahmed Asker" userId="3a2d892e-23ad-4dd7-8942-7271f5dfa820" providerId="ADAL" clId="{D27FE0AA-E0AC-47E7-BBFE-A487A508B5B9}" dt="2026-10-16T22:04:50.683" v="337" actId="478"/>
          <ac:cxnSpMkLst>
            <pc:docMk/>
            <pc:sldMk cId="3454109946" sldId="256"/>
            <ac:cxnSpMk id="23" creationId="{CE93D65D-94D0-3A9E-CC88-311F3717EB1A}"/>
          </ac:cxnSpMkLst>
        </pc:cxnChg>
        <pc:cxnChg chg="add mod">
          <ac:chgData name="Ahmed Asker" userId="3a2d892e-23ad-4dd7-8942-7271f5dfa820" providerId="ADAL" clId="{D27FE0AA-E0AC-47E7-BBFE-A487A508B5B9}" dt="2026-10-16T22:17:55.701" v="448" actId="14100"/>
          <ac:cxnSpMkLst>
            <pc:docMk/>
            <pc:sldMk cId="3454109946" sldId="256"/>
            <ac:cxnSpMk id="29" creationId="{D5291A8B-F92C-152D-626B-50E3976D2E47}"/>
          </ac:cxnSpMkLst>
        </pc:cxnChg>
        <pc:cxnChg chg="add mod">
          <ac:chgData name="Ahmed Asker" userId="3a2d892e-23ad-4dd7-8942-7271f5dfa820" providerId="ADAL" clId="{D27FE0AA-E0AC-47E7-BBFE-A487A508B5B9}" dt="2026-10-16T22:30:04.557" v="603" actId="208"/>
          <ac:cxnSpMkLst>
            <pc:docMk/>
            <pc:sldMk cId="3454109946" sldId="256"/>
            <ac:cxnSpMk id="33" creationId="{79CE2216-79D9-7EDD-D8FA-6EACF02088A1}"/>
          </ac:cxnSpMkLst>
        </pc:cxnChg>
        <pc:cxnChg chg="add mod">
          <ac:chgData name="Ahmed Asker" userId="3a2d892e-23ad-4dd7-8942-7271f5dfa820" providerId="ADAL" clId="{D27FE0AA-E0AC-47E7-BBFE-A487A508B5B9}" dt="2026-10-16T22:30:59.519" v="607" actId="208"/>
          <ac:cxnSpMkLst>
            <pc:docMk/>
            <pc:sldMk cId="3454109946" sldId="256"/>
            <ac:cxnSpMk id="42" creationId="{0D21F08F-5DCA-888E-94BE-258FDE1F1AA3}"/>
          </ac:cxnSpMkLst>
        </pc:cxnChg>
        <pc:cxnChg chg="add mod">
          <ac:chgData name="Ahmed Asker" userId="3a2d892e-23ad-4dd7-8942-7271f5dfa820" providerId="ADAL" clId="{D27FE0AA-E0AC-47E7-BBFE-A487A508B5B9}" dt="2026-10-16T22:17:39.816" v="447" actId="1076"/>
          <ac:cxnSpMkLst>
            <pc:docMk/>
            <pc:sldMk cId="3454109946" sldId="256"/>
            <ac:cxnSpMk id="47" creationId="{65CE10EC-DA9D-2CAC-C109-2ACEFE9E2A88}"/>
          </ac:cxnSpMkLst>
        </pc:cxnChg>
        <pc:cxnChg chg="add mod">
          <ac:chgData name="Ahmed Asker" userId="3a2d892e-23ad-4dd7-8942-7271f5dfa820" providerId="ADAL" clId="{D27FE0AA-E0AC-47E7-BBFE-A487A508B5B9}" dt="2026-10-16T22:30:04.557" v="603" actId="208"/>
          <ac:cxnSpMkLst>
            <pc:docMk/>
            <pc:sldMk cId="3454109946" sldId="256"/>
            <ac:cxnSpMk id="55" creationId="{C514B61E-700E-19D9-69B0-E762EFCFF27C}"/>
          </ac:cxnSpMkLst>
        </pc:cxnChg>
        <pc:cxnChg chg="add del mod">
          <ac:chgData name="Ahmed Asker" userId="3a2d892e-23ad-4dd7-8942-7271f5dfa820" providerId="ADAL" clId="{D27FE0AA-E0AC-47E7-BBFE-A487A508B5B9}" dt="2026-10-16T22:21:04.047" v="504" actId="478"/>
          <ac:cxnSpMkLst>
            <pc:docMk/>
            <pc:sldMk cId="3454109946" sldId="256"/>
            <ac:cxnSpMk id="56" creationId="{81EF107E-FA5C-F142-D4A0-4E607C9E7FB4}"/>
          </ac:cxnSpMkLst>
        </pc:cxnChg>
        <pc:cxnChg chg="add mod">
          <ac:chgData name="Ahmed Asker" userId="3a2d892e-23ad-4dd7-8942-7271f5dfa820" providerId="ADAL" clId="{D27FE0AA-E0AC-47E7-BBFE-A487A508B5B9}" dt="2026-10-16T22:30:37.429" v="604" actId="208"/>
          <ac:cxnSpMkLst>
            <pc:docMk/>
            <pc:sldMk cId="3454109946" sldId="256"/>
            <ac:cxnSpMk id="57" creationId="{66964F47-2083-B1B0-379B-5C8CB57A8E66}"/>
          </ac:cxnSpMkLst>
        </pc:cxnChg>
        <pc:cxnChg chg="add mod">
          <ac:chgData name="Ahmed Asker" userId="3a2d892e-23ad-4dd7-8942-7271f5dfa820" providerId="ADAL" clId="{D27FE0AA-E0AC-47E7-BBFE-A487A508B5B9}" dt="2026-10-16T22:30:59.519" v="607" actId="208"/>
          <ac:cxnSpMkLst>
            <pc:docMk/>
            <pc:sldMk cId="3454109946" sldId="256"/>
            <ac:cxnSpMk id="58" creationId="{19EE4DCA-5625-DB32-BEF8-4154120BD2D2}"/>
          </ac:cxnSpMkLst>
        </pc:cxnChg>
        <pc:cxnChg chg="add del">
          <ac:chgData name="Ahmed Asker" userId="3a2d892e-23ad-4dd7-8942-7271f5dfa820" providerId="ADAL" clId="{D27FE0AA-E0AC-47E7-BBFE-A487A508B5B9}" dt="2026-10-16T22:22:37.081" v="516" actId="478"/>
          <ac:cxnSpMkLst>
            <pc:docMk/>
            <pc:sldMk cId="3454109946" sldId="256"/>
            <ac:cxnSpMk id="65" creationId="{533188DC-4634-5E7A-9CDB-1222838912E4}"/>
          </ac:cxnSpMkLst>
        </pc:cxnChg>
        <pc:cxnChg chg="add mod">
          <ac:chgData name="Ahmed Asker" userId="3a2d892e-23ad-4dd7-8942-7271f5dfa820" providerId="ADAL" clId="{D27FE0AA-E0AC-47E7-BBFE-A487A508B5B9}" dt="2026-10-16T22:29:31.332" v="600" actId="14100"/>
          <ac:cxnSpMkLst>
            <pc:docMk/>
            <pc:sldMk cId="3454109946" sldId="256"/>
            <ac:cxnSpMk id="66" creationId="{773A4845-DE1E-CCCE-DC27-4F5A599293AD}"/>
          </ac:cxnSpMkLst>
        </pc:cxnChg>
        <pc:cxnChg chg="add mod">
          <ac:chgData name="Ahmed Asker" userId="3a2d892e-23ad-4dd7-8942-7271f5dfa820" providerId="ADAL" clId="{D27FE0AA-E0AC-47E7-BBFE-A487A508B5B9}" dt="2026-10-16T22:31:42.135" v="614" actId="1076"/>
          <ac:cxnSpMkLst>
            <pc:docMk/>
            <pc:sldMk cId="3454109946" sldId="256"/>
            <ac:cxnSpMk id="67" creationId="{49F90BB7-B092-C3C9-5020-2C4BFC70DF1C}"/>
          </ac:cxnSpMkLst>
        </pc:cxnChg>
        <pc:cxnChg chg="add mod">
          <ac:chgData name="Ahmed Asker" userId="3a2d892e-23ad-4dd7-8942-7271f5dfa820" providerId="ADAL" clId="{D27FE0AA-E0AC-47E7-BBFE-A487A508B5B9}" dt="2026-10-16T22:30:37.429" v="604" actId="208"/>
          <ac:cxnSpMkLst>
            <pc:docMk/>
            <pc:sldMk cId="3454109946" sldId="256"/>
            <ac:cxnSpMk id="69" creationId="{A790725A-B3EA-86A8-47B4-8F92ECB8FC7A}"/>
          </ac:cxnSpMkLst>
        </pc:cxnChg>
        <pc:cxnChg chg="add mod">
          <ac:chgData name="Ahmed Asker" userId="3a2d892e-23ad-4dd7-8942-7271f5dfa820" providerId="ADAL" clId="{D27FE0AA-E0AC-47E7-BBFE-A487A508B5B9}" dt="2026-10-16T22:31:41.464" v="613" actId="14100"/>
          <ac:cxnSpMkLst>
            <pc:docMk/>
            <pc:sldMk cId="3454109946" sldId="256"/>
            <ac:cxnSpMk id="73" creationId="{AD007B08-3944-A255-70B8-CD9F2EBEA3B7}"/>
          </ac:cxnSpMkLst>
        </pc:cxnChg>
        <pc:cxnChg chg="add mod">
          <ac:chgData name="Ahmed Asker" userId="3a2d892e-23ad-4dd7-8942-7271f5dfa820" providerId="ADAL" clId="{D27FE0AA-E0AC-47E7-BBFE-A487A508B5B9}" dt="2026-10-16T22:31:30.619" v="612" actId="14100"/>
          <ac:cxnSpMkLst>
            <pc:docMk/>
            <pc:sldMk cId="3454109946" sldId="256"/>
            <ac:cxnSpMk id="78" creationId="{7E7C8ABC-F6A3-FD98-EC61-3DFB82EF2E38}"/>
          </ac:cxnSpMkLst>
        </pc:cxnChg>
        <pc:cxnChg chg="add del mod">
          <ac:chgData name="Ahmed Asker" userId="3a2d892e-23ad-4dd7-8942-7271f5dfa820" providerId="ADAL" clId="{D27FE0AA-E0AC-47E7-BBFE-A487A508B5B9}" dt="2026-10-16T22:26:51.130" v="561" actId="478"/>
          <ac:cxnSpMkLst>
            <pc:docMk/>
            <pc:sldMk cId="3454109946" sldId="256"/>
            <ac:cxnSpMk id="133" creationId="{31169218-AB44-42CC-0A5C-A88C576B4B04}"/>
          </ac:cxnSpMkLst>
        </pc:cxnChg>
        <pc:cxnChg chg="add mod">
          <ac:chgData name="Ahmed Asker" userId="3a2d892e-23ad-4dd7-8942-7271f5dfa820" providerId="ADAL" clId="{D27FE0AA-E0AC-47E7-BBFE-A487A508B5B9}" dt="2026-10-16T22:31:18.483" v="610" actId="14100"/>
          <ac:cxnSpMkLst>
            <pc:docMk/>
            <pc:sldMk cId="3454109946" sldId="256"/>
            <ac:cxnSpMk id="137" creationId="{01F0F78C-5BD6-BE7C-6CFD-F38167233818}"/>
          </ac:cxnSpMkLst>
        </pc:cxnChg>
        <pc:cxnChg chg="mod">
          <ac:chgData name="Ahmed Asker" userId="3a2d892e-23ad-4dd7-8942-7271f5dfa820" providerId="ADAL" clId="{D27FE0AA-E0AC-47E7-BBFE-A487A508B5B9}" dt="2026-10-16T22:28:09.487" v="575"/>
          <ac:cxnSpMkLst>
            <pc:docMk/>
            <pc:sldMk cId="3454109946" sldId="256"/>
            <ac:cxnSpMk id="142" creationId="{3F4F80B4-2E80-DC39-7F1E-B64E083E6082}"/>
          </ac:cxnSpMkLst>
        </pc:cxnChg>
        <pc:cxnChg chg="mod">
          <ac:chgData name="Ahmed Asker" userId="3a2d892e-23ad-4dd7-8942-7271f5dfa820" providerId="ADAL" clId="{D27FE0AA-E0AC-47E7-BBFE-A487A508B5B9}" dt="2026-10-16T22:28:09.487" v="575"/>
          <ac:cxnSpMkLst>
            <pc:docMk/>
            <pc:sldMk cId="3454109946" sldId="256"/>
            <ac:cxnSpMk id="143" creationId="{BD57A233-3562-A351-10EE-6A6749B9B086}"/>
          </ac:cxnSpMkLst>
        </pc:cxnChg>
        <pc:cxnChg chg="mod">
          <ac:chgData name="Ahmed Asker" userId="3a2d892e-23ad-4dd7-8942-7271f5dfa820" providerId="ADAL" clId="{D27FE0AA-E0AC-47E7-BBFE-A487A508B5B9}" dt="2026-10-16T22:28:58.351" v="593"/>
          <ac:cxnSpMkLst>
            <pc:docMk/>
            <pc:sldMk cId="3454109946" sldId="256"/>
            <ac:cxnSpMk id="150" creationId="{03EEC942-81C4-1DBC-94ED-9EF868A90C51}"/>
          </ac:cxnSpMkLst>
        </pc:cxnChg>
        <pc:cxnChg chg="mod">
          <ac:chgData name="Ahmed Asker" userId="3a2d892e-23ad-4dd7-8942-7271f5dfa820" providerId="ADAL" clId="{D27FE0AA-E0AC-47E7-BBFE-A487A508B5B9}" dt="2026-10-16T22:28:58.351" v="593"/>
          <ac:cxnSpMkLst>
            <pc:docMk/>
            <pc:sldMk cId="3454109946" sldId="256"/>
            <ac:cxnSpMk id="151" creationId="{ED34EA27-8A9B-8FAF-75BD-B794C1C4EF15}"/>
          </ac:cxnSpMkLst>
        </pc:cxnChg>
        <pc:cxnChg chg="mod">
          <ac:chgData name="Ahmed Asker" userId="3a2d892e-23ad-4dd7-8942-7271f5dfa820" providerId="ADAL" clId="{D27FE0AA-E0AC-47E7-BBFE-A487A508B5B9}" dt="2026-10-16T22:33:13.826" v="682" actId="478"/>
          <ac:cxnSpMkLst>
            <pc:docMk/>
            <pc:sldMk cId="3454109946" sldId="256"/>
            <ac:cxnSpMk id="204" creationId="{21540E03-C7C3-EA98-4C22-9A4B67992785}"/>
          </ac:cxnSpMkLst>
        </pc:cxnChg>
        <pc:cxnChg chg="mod">
          <ac:chgData name="Ahmed Asker" userId="3a2d892e-23ad-4dd7-8942-7271f5dfa820" providerId="ADAL" clId="{D27FE0AA-E0AC-47E7-BBFE-A487A508B5B9}" dt="2026-10-16T22:33:13.826" v="682" actId="478"/>
          <ac:cxnSpMkLst>
            <pc:docMk/>
            <pc:sldMk cId="3454109946" sldId="256"/>
            <ac:cxnSpMk id="205" creationId="{7E5D134F-9557-9E29-B954-4335ECF56A0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80" y="382954"/>
            <a:ext cx="2447766" cy="814658"/>
          </a:xfrm>
        </p:spPr>
        <p:txBody>
          <a:bodyPr anchor="b"/>
          <a:lstStyle>
            <a:lvl1pPr algn="ctr">
              <a:defRPr sz="1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1229029"/>
            <a:ext cx="2159794" cy="564952"/>
          </a:xfrm>
        </p:spPr>
        <p:txBody>
          <a:bodyPr/>
          <a:lstStyle>
            <a:lvl1pPr marL="0" indent="0" algn="ctr">
              <a:buNone/>
              <a:defRPr sz="756"/>
            </a:lvl1pPr>
            <a:lvl2pPr marL="143972" indent="0" algn="ctr">
              <a:buNone/>
              <a:defRPr sz="630"/>
            </a:lvl2pPr>
            <a:lvl3pPr marL="287945" indent="0" algn="ctr">
              <a:buNone/>
              <a:defRPr sz="567"/>
            </a:lvl3pPr>
            <a:lvl4pPr marL="431917" indent="0" algn="ctr">
              <a:buNone/>
              <a:defRPr sz="504"/>
            </a:lvl4pPr>
            <a:lvl5pPr marL="575889" indent="0" algn="ctr">
              <a:buNone/>
              <a:defRPr sz="504"/>
            </a:lvl5pPr>
            <a:lvl6pPr marL="719861" indent="0" algn="ctr">
              <a:buNone/>
              <a:defRPr sz="504"/>
            </a:lvl6pPr>
            <a:lvl7pPr marL="863834" indent="0" algn="ctr">
              <a:buNone/>
              <a:defRPr sz="504"/>
            </a:lvl7pPr>
            <a:lvl8pPr marL="1007806" indent="0" algn="ctr">
              <a:buNone/>
              <a:defRPr sz="504"/>
            </a:lvl8pPr>
            <a:lvl9pPr marL="1151778" indent="0" algn="ctr">
              <a:buNone/>
              <a:defRPr sz="5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14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08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583370"/>
            <a:ext cx="2483763" cy="973364"/>
          </a:xfrm>
        </p:spPr>
        <p:txBody>
          <a:bodyPr anchor="b"/>
          <a:lstStyle>
            <a:lvl1pPr>
              <a:defRPr sz="1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1565942"/>
            <a:ext cx="2483763" cy="511869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1pPr>
            <a:lvl2pPr marL="1439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2pPr>
            <a:lvl3pPr marL="287945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3pPr>
            <a:lvl4pPr marL="431917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4pPr>
            <a:lvl5pPr marL="575889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5pPr>
            <a:lvl6pPr marL="719861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6pPr>
            <a:lvl7pPr marL="86383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7pPr>
            <a:lvl8pPr marL="1007806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8pPr>
            <a:lvl9pPr marL="1151778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646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622910"/>
            <a:ext cx="1223883" cy="1484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622910"/>
            <a:ext cx="1223883" cy="1484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41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124583"/>
            <a:ext cx="2483763" cy="4522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7" y="573619"/>
            <a:ext cx="1218258" cy="281122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3972" indent="0">
              <a:buNone/>
              <a:defRPr sz="630" b="1"/>
            </a:lvl2pPr>
            <a:lvl3pPr marL="287945" indent="0">
              <a:buNone/>
              <a:defRPr sz="567" b="1"/>
            </a:lvl3pPr>
            <a:lvl4pPr marL="431917" indent="0">
              <a:buNone/>
              <a:defRPr sz="504" b="1"/>
            </a:lvl4pPr>
            <a:lvl5pPr marL="575889" indent="0">
              <a:buNone/>
              <a:defRPr sz="504" b="1"/>
            </a:lvl5pPr>
            <a:lvl6pPr marL="719861" indent="0">
              <a:buNone/>
              <a:defRPr sz="504" b="1"/>
            </a:lvl6pPr>
            <a:lvl7pPr marL="863834" indent="0">
              <a:buNone/>
              <a:defRPr sz="504" b="1"/>
            </a:lvl7pPr>
            <a:lvl8pPr marL="1007806" indent="0">
              <a:buNone/>
              <a:defRPr sz="504" b="1"/>
            </a:lvl8pPr>
            <a:lvl9pPr marL="1151778" indent="0">
              <a:buNone/>
              <a:defRPr sz="5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7" y="854741"/>
            <a:ext cx="1218258" cy="1257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573619"/>
            <a:ext cx="1224258" cy="281122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3972" indent="0">
              <a:buNone/>
              <a:defRPr sz="630" b="1"/>
            </a:lvl2pPr>
            <a:lvl3pPr marL="287945" indent="0">
              <a:buNone/>
              <a:defRPr sz="567" b="1"/>
            </a:lvl3pPr>
            <a:lvl4pPr marL="431917" indent="0">
              <a:buNone/>
              <a:defRPr sz="504" b="1"/>
            </a:lvl4pPr>
            <a:lvl5pPr marL="575889" indent="0">
              <a:buNone/>
              <a:defRPr sz="504" b="1"/>
            </a:lvl5pPr>
            <a:lvl6pPr marL="719861" indent="0">
              <a:buNone/>
              <a:defRPr sz="504" b="1"/>
            </a:lvl6pPr>
            <a:lvl7pPr marL="863834" indent="0">
              <a:buNone/>
              <a:defRPr sz="504" b="1"/>
            </a:lvl7pPr>
            <a:lvl8pPr marL="1007806" indent="0">
              <a:buNone/>
              <a:defRPr sz="504" b="1"/>
            </a:lvl8pPr>
            <a:lvl9pPr marL="1151778" indent="0">
              <a:buNone/>
              <a:defRPr sz="5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854741"/>
            <a:ext cx="1224258" cy="1257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43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26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16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155998"/>
            <a:ext cx="928786" cy="545994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336914"/>
            <a:ext cx="1457861" cy="1662899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701992"/>
            <a:ext cx="928786" cy="1300528"/>
          </a:xfrm>
        </p:spPr>
        <p:txBody>
          <a:bodyPr/>
          <a:lstStyle>
            <a:lvl1pPr marL="0" indent="0">
              <a:buNone/>
              <a:defRPr sz="504"/>
            </a:lvl1pPr>
            <a:lvl2pPr marL="143972" indent="0">
              <a:buNone/>
              <a:defRPr sz="441"/>
            </a:lvl2pPr>
            <a:lvl3pPr marL="287945" indent="0">
              <a:buNone/>
              <a:defRPr sz="378"/>
            </a:lvl3pPr>
            <a:lvl4pPr marL="431917" indent="0">
              <a:buNone/>
              <a:defRPr sz="315"/>
            </a:lvl4pPr>
            <a:lvl5pPr marL="575889" indent="0">
              <a:buNone/>
              <a:defRPr sz="315"/>
            </a:lvl5pPr>
            <a:lvl6pPr marL="719861" indent="0">
              <a:buNone/>
              <a:defRPr sz="315"/>
            </a:lvl6pPr>
            <a:lvl7pPr marL="863834" indent="0">
              <a:buNone/>
              <a:defRPr sz="315"/>
            </a:lvl7pPr>
            <a:lvl8pPr marL="1007806" indent="0">
              <a:buNone/>
              <a:defRPr sz="315"/>
            </a:lvl8pPr>
            <a:lvl9pPr marL="1151778" indent="0">
              <a:buNone/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23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155998"/>
            <a:ext cx="928786" cy="545994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336914"/>
            <a:ext cx="1457861" cy="1662899"/>
          </a:xfrm>
        </p:spPr>
        <p:txBody>
          <a:bodyPr anchor="t"/>
          <a:lstStyle>
            <a:lvl1pPr marL="0" indent="0">
              <a:buNone/>
              <a:defRPr sz="1008"/>
            </a:lvl1pPr>
            <a:lvl2pPr marL="143972" indent="0">
              <a:buNone/>
              <a:defRPr sz="882"/>
            </a:lvl2pPr>
            <a:lvl3pPr marL="287945" indent="0">
              <a:buNone/>
              <a:defRPr sz="756"/>
            </a:lvl3pPr>
            <a:lvl4pPr marL="431917" indent="0">
              <a:buNone/>
              <a:defRPr sz="630"/>
            </a:lvl4pPr>
            <a:lvl5pPr marL="575889" indent="0">
              <a:buNone/>
              <a:defRPr sz="630"/>
            </a:lvl5pPr>
            <a:lvl6pPr marL="719861" indent="0">
              <a:buNone/>
              <a:defRPr sz="630"/>
            </a:lvl6pPr>
            <a:lvl7pPr marL="863834" indent="0">
              <a:buNone/>
              <a:defRPr sz="630"/>
            </a:lvl7pPr>
            <a:lvl8pPr marL="1007806" indent="0">
              <a:buNone/>
              <a:defRPr sz="630"/>
            </a:lvl8pPr>
            <a:lvl9pPr marL="1151778" indent="0">
              <a:buNone/>
              <a:defRPr sz="63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701992"/>
            <a:ext cx="928786" cy="1300528"/>
          </a:xfrm>
        </p:spPr>
        <p:txBody>
          <a:bodyPr/>
          <a:lstStyle>
            <a:lvl1pPr marL="0" indent="0">
              <a:buNone/>
              <a:defRPr sz="504"/>
            </a:lvl1pPr>
            <a:lvl2pPr marL="143972" indent="0">
              <a:buNone/>
              <a:defRPr sz="441"/>
            </a:lvl2pPr>
            <a:lvl3pPr marL="287945" indent="0">
              <a:buNone/>
              <a:defRPr sz="378"/>
            </a:lvl3pPr>
            <a:lvl4pPr marL="431917" indent="0">
              <a:buNone/>
              <a:defRPr sz="315"/>
            </a:lvl4pPr>
            <a:lvl5pPr marL="575889" indent="0">
              <a:buNone/>
              <a:defRPr sz="315"/>
            </a:lvl5pPr>
            <a:lvl6pPr marL="719861" indent="0">
              <a:buNone/>
              <a:defRPr sz="315"/>
            </a:lvl6pPr>
            <a:lvl7pPr marL="863834" indent="0">
              <a:buNone/>
              <a:defRPr sz="315"/>
            </a:lvl7pPr>
            <a:lvl8pPr marL="1007806" indent="0">
              <a:buNone/>
              <a:defRPr sz="315"/>
            </a:lvl8pPr>
            <a:lvl9pPr marL="1151778" indent="0">
              <a:buNone/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27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9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124582"/>
            <a:ext cx="620941" cy="19830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124582"/>
            <a:ext cx="1826826" cy="19830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75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124583"/>
            <a:ext cx="2483763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622910"/>
            <a:ext cx="2483763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2168811"/>
            <a:ext cx="64793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2168811"/>
            <a:ext cx="971907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2168811"/>
            <a:ext cx="64793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28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87945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86" indent="-71986" algn="l" defTabSz="28794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5958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59931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3903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7875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1848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5820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79792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3764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3972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7945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1917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5889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19861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3834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7806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1778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2182AF2-EF23-C397-9D5B-5E77A6B8A429}"/>
                  </a:ext>
                </a:extLst>
              </p:cNvPr>
              <p:cNvSpPr txBox="1"/>
              <p:nvPr/>
            </p:nvSpPr>
            <p:spPr>
              <a:xfrm>
                <a:off x="267356" y="-58704"/>
                <a:ext cx="45500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2182AF2-EF23-C397-9D5B-5E77A6B8A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6" y="-58704"/>
                <a:ext cx="455001" cy="246221"/>
              </a:xfrm>
              <a:prstGeom prst="rect">
                <a:avLst/>
              </a:prstGeom>
              <a:blipFill>
                <a:blip r:embed="rId2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88965C4-4805-024B-0C75-5573A5FCD72D}"/>
              </a:ext>
            </a:extLst>
          </p:cNvPr>
          <p:cNvCxnSpPr>
            <a:cxnSpLocks/>
          </p:cNvCxnSpPr>
          <p:nvPr/>
        </p:nvCxnSpPr>
        <p:spPr>
          <a:xfrm flipV="1">
            <a:off x="596943" y="134329"/>
            <a:ext cx="0" cy="5400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D5291A8B-F92C-152D-626B-50E3976D2E47}"/>
              </a:ext>
            </a:extLst>
          </p:cNvPr>
          <p:cNvCxnSpPr>
            <a:cxnSpLocks/>
          </p:cNvCxnSpPr>
          <p:nvPr/>
        </p:nvCxnSpPr>
        <p:spPr>
          <a:xfrm>
            <a:off x="427160" y="486926"/>
            <a:ext cx="1512443" cy="1447378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140878AD-B29C-2907-27CC-4351BA295A65}"/>
              </a:ext>
            </a:extLst>
          </p:cNvPr>
          <p:cNvCxnSpPr>
            <a:cxnSpLocks/>
          </p:cNvCxnSpPr>
          <p:nvPr/>
        </p:nvCxnSpPr>
        <p:spPr>
          <a:xfrm flipV="1">
            <a:off x="609691" y="664649"/>
            <a:ext cx="6858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79CE2216-79D9-7EDD-D8FA-6EACF02088A1}"/>
              </a:ext>
            </a:extLst>
          </p:cNvPr>
          <p:cNvCxnSpPr>
            <a:cxnSpLocks/>
          </p:cNvCxnSpPr>
          <p:nvPr/>
        </p:nvCxnSpPr>
        <p:spPr>
          <a:xfrm flipV="1">
            <a:off x="596943" y="317853"/>
            <a:ext cx="445595" cy="3381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EE276F8-9BE3-7731-B97C-7DEF577B5EB5}"/>
                  </a:ext>
                </a:extLst>
              </p:cNvPr>
              <p:cNvSpPr txBox="1"/>
              <p:nvPr/>
            </p:nvSpPr>
            <p:spPr>
              <a:xfrm>
                <a:off x="862067" y="58702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EE276F8-9BE3-7731-B97C-7DEF577B5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67" y="58702"/>
                <a:ext cx="360942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E7016866-3610-D7A7-92EA-B20893AA766F}"/>
                  </a:ext>
                </a:extLst>
              </p:cNvPr>
              <p:cNvSpPr txBox="1"/>
              <p:nvPr/>
            </p:nvSpPr>
            <p:spPr>
              <a:xfrm>
                <a:off x="1115020" y="405568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E7016866-3610-D7A7-92EA-B20893AA7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20" y="405568"/>
                <a:ext cx="360942" cy="246221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0D21F08F-5DCA-888E-94BE-258FDE1F1AA3}"/>
              </a:ext>
            </a:extLst>
          </p:cNvPr>
          <p:cNvCxnSpPr>
            <a:cxnSpLocks/>
          </p:cNvCxnSpPr>
          <p:nvPr/>
        </p:nvCxnSpPr>
        <p:spPr>
          <a:xfrm>
            <a:off x="609691" y="664649"/>
            <a:ext cx="376510" cy="37252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509406B-EE7E-FA43-0603-8A943A504EFD}"/>
                  </a:ext>
                </a:extLst>
              </p:cNvPr>
              <p:cNvSpPr txBox="1"/>
              <p:nvPr/>
            </p:nvSpPr>
            <p:spPr>
              <a:xfrm>
                <a:off x="866886" y="738004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509406B-EE7E-FA43-0603-8A943A50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86" y="738004"/>
                <a:ext cx="360942" cy="246221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65CE10EC-DA9D-2CAC-C109-2ACEFE9E2A88}"/>
              </a:ext>
            </a:extLst>
          </p:cNvPr>
          <p:cNvCxnSpPr>
            <a:cxnSpLocks/>
          </p:cNvCxnSpPr>
          <p:nvPr/>
        </p:nvCxnSpPr>
        <p:spPr>
          <a:xfrm flipV="1">
            <a:off x="1939603" y="759885"/>
            <a:ext cx="0" cy="1174419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34B7087-3A68-BE70-F190-920F3ACD88DB}"/>
                  </a:ext>
                </a:extLst>
              </p:cNvPr>
              <p:cNvSpPr txBox="1"/>
              <p:nvPr/>
            </p:nvSpPr>
            <p:spPr>
              <a:xfrm>
                <a:off x="798577" y="330376"/>
                <a:ext cx="5202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34B7087-3A68-BE70-F190-920F3ACD8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77" y="330376"/>
                <a:ext cx="52021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Arc 214">
            <a:extLst>
              <a:ext uri="{FF2B5EF4-FFF2-40B4-BE49-F238E27FC236}">
                <a16:creationId xmlns:a16="http://schemas.microsoft.com/office/drawing/2014/main" id="{11F0EE8C-1DC2-EA17-5EB7-A1C78EC8FA06}"/>
              </a:ext>
            </a:extLst>
          </p:cNvPr>
          <p:cNvSpPr/>
          <p:nvPr/>
        </p:nvSpPr>
        <p:spPr>
          <a:xfrm>
            <a:off x="617946" y="504954"/>
            <a:ext cx="360000" cy="360000"/>
          </a:xfrm>
          <a:prstGeom prst="arc">
            <a:avLst>
              <a:gd name="adj1" fmla="val 16624902"/>
              <a:gd name="adj2" fmla="val 21188535"/>
            </a:avLst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C514B61E-700E-19D9-69B0-E762EFCFF27C}"/>
              </a:ext>
            </a:extLst>
          </p:cNvPr>
          <p:cNvCxnSpPr>
            <a:cxnSpLocks/>
          </p:cNvCxnSpPr>
          <p:nvPr/>
        </p:nvCxnSpPr>
        <p:spPr>
          <a:xfrm flipV="1">
            <a:off x="1938413" y="293722"/>
            <a:ext cx="0" cy="54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66964F47-2083-B1B0-379B-5C8CB57A8E66}"/>
              </a:ext>
            </a:extLst>
          </p:cNvPr>
          <p:cNvCxnSpPr>
            <a:cxnSpLocks/>
          </p:cNvCxnSpPr>
          <p:nvPr/>
        </p:nvCxnSpPr>
        <p:spPr>
          <a:xfrm flipH="1">
            <a:off x="1532654" y="833722"/>
            <a:ext cx="406950" cy="31064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9EE4DCA-5625-DB32-BEF8-4154120BD2D2}"/>
              </a:ext>
            </a:extLst>
          </p:cNvPr>
          <p:cNvCxnSpPr>
            <a:cxnSpLocks/>
          </p:cNvCxnSpPr>
          <p:nvPr/>
        </p:nvCxnSpPr>
        <p:spPr>
          <a:xfrm>
            <a:off x="1933879" y="831150"/>
            <a:ext cx="376510" cy="37252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B9B4DF6-CF35-60BF-3732-DDB969FBD7D9}"/>
                  </a:ext>
                </a:extLst>
              </p:cNvPr>
              <p:cNvSpPr txBox="1"/>
              <p:nvPr/>
            </p:nvSpPr>
            <p:spPr>
              <a:xfrm>
                <a:off x="2181635" y="913972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B9B4DF6-CF35-60BF-3732-DDB969FBD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635" y="913972"/>
                <a:ext cx="360942" cy="246221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2866BF0E-9E8E-AD92-8AC3-4CB8C1F17A0D}"/>
                  </a:ext>
                </a:extLst>
              </p:cNvPr>
              <p:cNvSpPr txBox="1"/>
              <p:nvPr/>
            </p:nvSpPr>
            <p:spPr>
              <a:xfrm>
                <a:off x="1590219" y="170610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2866BF0E-9E8E-AD92-8AC3-4CB8C1F17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219" y="170610"/>
                <a:ext cx="360942" cy="246221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6C8BC61A-BC26-85EE-F537-E58DF80D2754}"/>
                  </a:ext>
                </a:extLst>
              </p:cNvPr>
              <p:cNvSpPr txBox="1"/>
              <p:nvPr/>
            </p:nvSpPr>
            <p:spPr>
              <a:xfrm>
                <a:off x="1288068" y="831636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6C8BC61A-BC26-85EE-F537-E58DF80D2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68" y="831636"/>
                <a:ext cx="360942" cy="246221"/>
              </a:xfrm>
              <a:prstGeom prst="rect">
                <a:avLst/>
              </a:prstGeom>
              <a:blipFill>
                <a:blip r:embed="rId9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773A4845-DE1E-CCCE-DC27-4F5A599293AD}"/>
              </a:ext>
            </a:extLst>
          </p:cNvPr>
          <p:cNvCxnSpPr>
            <a:cxnSpLocks/>
          </p:cNvCxnSpPr>
          <p:nvPr/>
        </p:nvCxnSpPr>
        <p:spPr>
          <a:xfrm flipH="1">
            <a:off x="253889" y="664649"/>
            <a:ext cx="334799" cy="3195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9F90BB7-B092-C3C9-5020-2C4BFC70DF1C}"/>
              </a:ext>
            </a:extLst>
          </p:cNvPr>
          <p:cNvCxnSpPr>
            <a:cxnSpLocks/>
          </p:cNvCxnSpPr>
          <p:nvPr/>
        </p:nvCxnSpPr>
        <p:spPr>
          <a:xfrm>
            <a:off x="329737" y="922961"/>
            <a:ext cx="1319746" cy="127768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A790725A-B3EA-86A8-47B4-8F92ECB8FC7A}"/>
              </a:ext>
            </a:extLst>
          </p:cNvPr>
          <p:cNvCxnSpPr>
            <a:cxnSpLocks/>
          </p:cNvCxnSpPr>
          <p:nvPr/>
        </p:nvCxnSpPr>
        <p:spPr>
          <a:xfrm flipH="1" flipV="1">
            <a:off x="284222" y="344478"/>
            <a:ext cx="291719" cy="31035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AE59736-08A0-1284-970C-A9E84E041CA7}"/>
                  </a:ext>
                </a:extLst>
              </p:cNvPr>
              <p:cNvSpPr txBox="1"/>
              <p:nvPr/>
            </p:nvSpPr>
            <p:spPr>
              <a:xfrm>
                <a:off x="37075" y="240705"/>
                <a:ext cx="29266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AE59736-08A0-1284-970C-A9E84E041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5" y="240705"/>
                <a:ext cx="292662" cy="246221"/>
              </a:xfrm>
              <a:prstGeom prst="rect">
                <a:avLst/>
              </a:prstGeom>
              <a:blipFill>
                <a:blip r:embed="rId10"/>
                <a:stretch>
                  <a:fillRect l="-8333"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AD007B08-3944-A255-70B8-CD9F2EBEA3B7}"/>
              </a:ext>
            </a:extLst>
          </p:cNvPr>
          <p:cNvCxnSpPr>
            <a:cxnSpLocks/>
          </p:cNvCxnSpPr>
          <p:nvPr/>
        </p:nvCxnSpPr>
        <p:spPr>
          <a:xfrm flipH="1">
            <a:off x="1599025" y="1218200"/>
            <a:ext cx="1051297" cy="1059158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ED69EDC-778A-AC46-2664-4978BD51D216}"/>
                  </a:ext>
                </a:extLst>
              </p:cNvPr>
              <p:cNvSpPr txBox="1"/>
              <p:nvPr/>
            </p:nvSpPr>
            <p:spPr>
              <a:xfrm>
                <a:off x="633829" y="1489241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ED69EDC-778A-AC46-2664-4978BD51D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29" y="1489241"/>
                <a:ext cx="360942" cy="246221"/>
              </a:xfrm>
              <a:prstGeom prst="rect">
                <a:avLst/>
              </a:prstGeom>
              <a:blipFill>
                <a:blip r:embed="rId11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7E7C8ABC-F6A3-FD98-EC61-3DFB82EF2E38}"/>
              </a:ext>
            </a:extLst>
          </p:cNvPr>
          <p:cNvCxnSpPr>
            <a:cxnSpLocks/>
          </p:cNvCxnSpPr>
          <p:nvPr/>
        </p:nvCxnSpPr>
        <p:spPr>
          <a:xfrm flipH="1">
            <a:off x="1895197" y="170610"/>
            <a:ext cx="686259" cy="70688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1F0F78C-5BD6-BE7C-6CFD-F38167233818}"/>
              </a:ext>
            </a:extLst>
          </p:cNvPr>
          <p:cNvCxnSpPr>
            <a:cxnSpLocks/>
          </p:cNvCxnSpPr>
          <p:nvPr/>
        </p:nvCxnSpPr>
        <p:spPr>
          <a:xfrm>
            <a:off x="2564555" y="194198"/>
            <a:ext cx="0" cy="10827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BCFE6920-98F4-96EE-FE1A-EC0BDC312E95}"/>
                  </a:ext>
                </a:extLst>
              </p:cNvPr>
              <p:cNvSpPr txBox="1"/>
              <p:nvPr/>
            </p:nvSpPr>
            <p:spPr>
              <a:xfrm>
                <a:off x="2289975" y="499653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BCFE6920-98F4-96EE-FE1A-EC0BDC312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975" y="499653"/>
                <a:ext cx="360942" cy="246221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79212D4-5EF2-9F4C-4922-712B45DB583B}"/>
              </a:ext>
            </a:extLst>
          </p:cNvPr>
          <p:cNvGrpSpPr/>
          <p:nvPr/>
        </p:nvGrpSpPr>
        <p:grpSpPr>
          <a:xfrm>
            <a:off x="1895209" y="1348072"/>
            <a:ext cx="108000" cy="108000"/>
            <a:chOff x="-966405" y="442161"/>
            <a:chExt cx="108000" cy="108000"/>
          </a:xfrm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33A11238-374B-94DF-E5F2-2BEB74456837}"/>
                </a:ext>
              </a:extLst>
            </p:cNvPr>
            <p:cNvSpPr/>
            <p:nvPr/>
          </p:nvSpPr>
          <p:spPr>
            <a:xfrm>
              <a:off x="-966405" y="44216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3F4F80B4-2E80-DC39-7F1E-B64E083E6082}"/>
                </a:ext>
              </a:extLst>
            </p:cNvPr>
            <p:cNvCxnSpPr>
              <a:cxnSpLocks/>
              <a:stCxn id="232" idx="3"/>
              <a:endCxn id="232" idx="7"/>
            </p:cNvCxnSpPr>
            <p:nvPr/>
          </p:nvCxnSpPr>
          <p:spPr>
            <a:xfrm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BD57A233-3562-A351-10EE-6A6749B9B086}"/>
                </a:ext>
              </a:extLst>
            </p:cNvPr>
            <p:cNvCxnSpPr>
              <a:cxnSpLocks/>
              <a:stCxn id="232" idx="5"/>
              <a:endCxn id="232" idx="1"/>
            </p:cNvCxnSpPr>
            <p:nvPr/>
          </p:nvCxnSpPr>
          <p:spPr>
            <a:xfrm flipH="1"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A8648A60-A12B-EA94-66FF-A6CF9980A362}"/>
                  </a:ext>
                </a:extLst>
              </p:cNvPr>
              <p:cNvSpPr txBox="1"/>
              <p:nvPr/>
            </p:nvSpPr>
            <p:spPr>
              <a:xfrm>
                <a:off x="1583949" y="1114324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A8648A60-A12B-EA94-66FF-A6CF9980A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949" y="1114324"/>
                <a:ext cx="360942" cy="246221"/>
              </a:xfrm>
              <a:prstGeom prst="rect">
                <a:avLst/>
              </a:prstGeom>
              <a:blipFill>
                <a:blip r:embed="rId13"/>
                <a:stretch>
                  <a:fillRect l="-1016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99352750-E00F-D44F-06A2-F72885A7406F}"/>
                  </a:ext>
                </a:extLst>
              </p:cNvPr>
              <p:cNvSpPr txBox="1"/>
              <p:nvPr/>
            </p:nvSpPr>
            <p:spPr>
              <a:xfrm>
                <a:off x="895670" y="1096037"/>
                <a:ext cx="3609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99352750-E00F-D44F-06A2-F72885A74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70" y="1096037"/>
                <a:ext cx="360942" cy="246221"/>
              </a:xfrm>
              <a:prstGeom prst="rect">
                <a:avLst/>
              </a:prstGeom>
              <a:blipFill>
                <a:blip r:embed="rId14"/>
                <a:stretch>
                  <a:fillRect l="-1016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26FB22B5-AB8C-F16A-5EAC-47C1E8553EFF}"/>
              </a:ext>
            </a:extLst>
          </p:cNvPr>
          <p:cNvGrpSpPr/>
          <p:nvPr/>
        </p:nvGrpSpPr>
        <p:grpSpPr>
          <a:xfrm>
            <a:off x="1206652" y="1222941"/>
            <a:ext cx="108000" cy="108000"/>
            <a:chOff x="-966405" y="442161"/>
            <a:chExt cx="108000" cy="108000"/>
          </a:xfrm>
        </p:grpSpPr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7ADE6614-9556-1CE3-8521-966DB1EE1B36}"/>
                </a:ext>
              </a:extLst>
            </p:cNvPr>
            <p:cNvSpPr/>
            <p:nvPr/>
          </p:nvSpPr>
          <p:spPr>
            <a:xfrm>
              <a:off x="-966405" y="44216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3EEC942-81C4-1DBC-94ED-9EF868A90C51}"/>
                </a:ext>
              </a:extLst>
            </p:cNvPr>
            <p:cNvCxnSpPr>
              <a:cxnSpLocks/>
              <a:stCxn id="238" idx="3"/>
              <a:endCxn id="238" idx="7"/>
            </p:cNvCxnSpPr>
            <p:nvPr/>
          </p:nvCxnSpPr>
          <p:spPr>
            <a:xfrm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ED34EA27-8A9B-8FAF-75BD-B794C1C4EF15}"/>
                </a:ext>
              </a:extLst>
            </p:cNvPr>
            <p:cNvCxnSpPr>
              <a:cxnSpLocks/>
              <a:stCxn id="238" idx="5"/>
              <a:endCxn id="238" idx="1"/>
            </p:cNvCxnSpPr>
            <p:nvPr/>
          </p:nvCxnSpPr>
          <p:spPr>
            <a:xfrm flipH="1"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410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13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Mstafa Hussain Askar</dc:creator>
  <cp:lastModifiedBy>Ahmed Asker</cp:lastModifiedBy>
  <cp:revision>1</cp:revision>
  <dcterms:created xsi:type="dcterms:W3CDTF">2024-07-20T23:49:09Z</dcterms:created>
  <dcterms:modified xsi:type="dcterms:W3CDTF">2026-10-16T22:33:16Z</dcterms:modified>
</cp:coreProperties>
</file>