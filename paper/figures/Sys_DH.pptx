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319588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4" userDrawn="1">
          <p15:clr>
            <a:srgbClr val="A4A3A4"/>
          </p15:clr>
        </p15:guide>
        <p15:guide id="2" pos="13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1140" y="92"/>
      </p:cViewPr>
      <p:guideLst>
        <p:guide orient="horz" pos="794"/>
        <p:guide pos="13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sker" userId="3a2d892e-23ad-4dd7-8942-7271f5dfa820" providerId="ADAL" clId="{D27FE0AA-E0AC-47E7-BBFE-A487A508B5B9}"/>
    <pc:docChg chg="undo redo custSel modSld">
      <pc:chgData name="Ahmed Asker" userId="3a2d892e-23ad-4dd7-8942-7271f5dfa820" providerId="ADAL" clId="{D27FE0AA-E0AC-47E7-BBFE-A487A508B5B9}" dt="2026-10-16T22:39:59.986" v="370" actId="1076"/>
      <pc:docMkLst>
        <pc:docMk/>
      </pc:docMkLst>
      <pc:sldChg chg="addSp delSp modSp mod">
        <pc:chgData name="Ahmed Asker" userId="3a2d892e-23ad-4dd7-8942-7271f5dfa820" providerId="ADAL" clId="{D27FE0AA-E0AC-47E7-BBFE-A487A508B5B9}" dt="2026-10-16T22:39:59.986" v="370" actId="1076"/>
        <pc:sldMkLst>
          <pc:docMk/>
          <pc:sldMk cId="3454109946" sldId="256"/>
        </pc:sldMkLst>
        <pc:spChg chg="add mod">
          <ac:chgData name="Ahmed Asker" userId="3a2d892e-23ad-4dd7-8942-7271f5dfa820" providerId="ADAL" clId="{D27FE0AA-E0AC-47E7-BBFE-A487A508B5B9}" dt="2026-10-10T19:18:10.801" v="259" actId="164"/>
          <ac:spMkLst>
            <pc:docMk/>
            <pc:sldMk cId="3454109946" sldId="256"/>
            <ac:spMk id="7" creationId="{AB6027CE-D284-50FA-1C02-152D8EDE4E18}"/>
          </ac:spMkLst>
        </pc:spChg>
        <pc:spChg chg="mod">
          <ac:chgData name="Ahmed Asker" userId="3a2d892e-23ad-4dd7-8942-7271f5dfa820" providerId="ADAL" clId="{D27FE0AA-E0AC-47E7-BBFE-A487A508B5B9}" dt="2026-10-10T19:18:17.441" v="261"/>
          <ac:spMkLst>
            <pc:docMk/>
            <pc:sldMk cId="3454109946" sldId="256"/>
            <ac:spMk id="17" creationId="{5EFD8457-A2E5-0467-7F09-2347224F99A6}"/>
          </ac:spMkLst>
        </pc:spChg>
        <pc:spChg chg="add mod">
          <ac:chgData name="Ahmed Asker" userId="3a2d892e-23ad-4dd7-8942-7271f5dfa820" providerId="ADAL" clId="{D27FE0AA-E0AC-47E7-BBFE-A487A508B5B9}" dt="2026-10-10T19:20:28.977" v="310" actId="1076"/>
          <ac:spMkLst>
            <pc:docMk/>
            <pc:sldMk cId="3454109946" sldId="256"/>
            <ac:spMk id="20" creationId="{41A500E1-306F-EA40-D993-7FFB53543F82}"/>
          </ac:spMkLst>
        </pc:spChg>
        <pc:spChg chg="add mod">
          <ac:chgData name="Ahmed Asker" userId="3a2d892e-23ad-4dd7-8942-7271f5dfa820" providerId="ADAL" clId="{D27FE0AA-E0AC-47E7-BBFE-A487A508B5B9}" dt="2026-10-10T19:20:25.059" v="309" actId="1076"/>
          <ac:spMkLst>
            <pc:docMk/>
            <pc:sldMk cId="3454109946" sldId="256"/>
            <ac:spMk id="21" creationId="{7E1E7326-42A9-A9B0-7E87-AB3CB7005900}"/>
          </ac:spMkLst>
        </pc:spChg>
        <pc:spChg chg="add mod">
          <ac:chgData name="Ahmed Asker" userId="3a2d892e-23ad-4dd7-8942-7271f5dfa820" providerId="ADAL" clId="{D27FE0AA-E0AC-47E7-BBFE-A487A508B5B9}" dt="2026-10-10T19:21:39.717" v="325" actId="1076"/>
          <ac:spMkLst>
            <pc:docMk/>
            <pc:sldMk cId="3454109946" sldId="256"/>
            <ac:spMk id="27" creationId="{2A65735E-62D6-F2FC-0E2D-1E53C81CE8B3}"/>
          </ac:spMkLst>
        </pc:spChg>
        <pc:spChg chg="add mod">
          <ac:chgData name="Ahmed Asker" userId="3a2d892e-23ad-4dd7-8942-7271f5dfa820" providerId="ADAL" clId="{D27FE0AA-E0AC-47E7-BBFE-A487A508B5B9}" dt="2026-10-10T19:21:47.284" v="330" actId="20577"/>
          <ac:spMkLst>
            <pc:docMk/>
            <pc:sldMk cId="3454109946" sldId="256"/>
            <ac:spMk id="35" creationId="{0FDF1B4C-B0F3-B021-3018-5D4E798D5008}"/>
          </ac:spMkLst>
        </pc:spChg>
        <pc:spChg chg="add mod">
          <ac:chgData name="Ahmed Asker" userId="3a2d892e-23ad-4dd7-8942-7271f5dfa820" providerId="ADAL" clId="{D27FE0AA-E0AC-47E7-BBFE-A487A508B5B9}" dt="2026-10-16T22:34:23.200" v="337" actId="1076"/>
          <ac:spMkLst>
            <pc:docMk/>
            <pc:sldMk cId="3454109946" sldId="256"/>
            <ac:spMk id="81" creationId="{3303BD0C-93AC-1D4E-0BC9-F35192315905}"/>
          </ac:spMkLst>
        </pc:spChg>
        <pc:spChg chg="add mod">
          <ac:chgData name="Ahmed Asker" userId="3a2d892e-23ad-4dd7-8942-7271f5dfa820" providerId="ADAL" clId="{D27FE0AA-E0AC-47E7-BBFE-A487A508B5B9}" dt="2026-09-27T13:42:49.979" v="213" actId="1037"/>
          <ac:spMkLst>
            <pc:docMk/>
            <pc:sldMk cId="3454109946" sldId="256"/>
            <ac:spMk id="83" creationId="{1241839F-61A4-900A-B7DA-05E00FC80FB6}"/>
          </ac:spMkLst>
        </pc:spChg>
        <pc:spChg chg="mod">
          <ac:chgData name="Ahmed Asker" userId="3a2d892e-23ad-4dd7-8942-7271f5dfa820" providerId="ADAL" clId="{D27FE0AA-E0AC-47E7-BBFE-A487A508B5B9}" dt="2026-10-10T19:20:36.114" v="311" actId="1076"/>
          <ac:spMkLst>
            <pc:docMk/>
            <pc:sldMk cId="3454109946" sldId="256"/>
            <ac:spMk id="85" creationId="{320EDF1A-6977-933B-2028-BA662A2B4E8C}"/>
          </ac:spMkLst>
        </pc:spChg>
        <pc:spChg chg="add mod">
          <ac:chgData name="Ahmed Asker" userId="3a2d892e-23ad-4dd7-8942-7271f5dfa820" providerId="ADAL" clId="{D27FE0AA-E0AC-47E7-BBFE-A487A508B5B9}" dt="2026-09-27T13:42:49.979" v="213" actId="1037"/>
          <ac:spMkLst>
            <pc:docMk/>
            <pc:sldMk cId="3454109946" sldId="256"/>
            <ac:spMk id="86" creationId="{4C140DE5-E9EF-AF20-3E01-BC30A00133DA}"/>
          </ac:spMkLst>
        </pc:spChg>
        <pc:spChg chg="mod">
          <ac:chgData name="Ahmed Asker" userId="3a2d892e-23ad-4dd7-8942-7271f5dfa820" providerId="ADAL" clId="{D27FE0AA-E0AC-47E7-BBFE-A487A508B5B9}" dt="2026-09-27T13:42:57.726" v="215" actId="1076"/>
          <ac:spMkLst>
            <pc:docMk/>
            <pc:sldMk cId="3454109946" sldId="256"/>
            <ac:spMk id="87" creationId="{BBAF249F-B3FC-34C3-62C0-0C87DDB59D30}"/>
          </ac:spMkLst>
        </pc:spChg>
        <pc:spChg chg="add mod">
          <ac:chgData name="Ahmed Asker" userId="3a2d892e-23ad-4dd7-8942-7271f5dfa820" providerId="ADAL" clId="{D27FE0AA-E0AC-47E7-BBFE-A487A508B5B9}" dt="2026-09-27T13:42:49.979" v="213" actId="1037"/>
          <ac:spMkLst>
            <pc:docMk/>
            <pc:sldMk cId="3454109946" sldId="256"/>
            <ac:spMk id="90" creationId="{A80B6C07-D4AB-C6D8-3327-12262F11D334}"/>
          </ac:spMkLst>
        </pc:spChg>
        <pc:spChg chg="ord">
          <ac:chgData name="Ahmed Asker" userId="3a2d892e-23ad-4dd7-8942-7271f5dfa820" providerId="ADAL" clId="{D27FE0AA-E0AC-47E7-BBFE-A487A508B5B9}" dt="2026-10-16T22:37:05.227" v="358" actId="166"/>
          <ac:spMkLst>
            <pc:docMk/>
            <pc:sldMk cId="3454109946" sldId="256"/>
            <ac:spMk id="92" creationId="{D7C76F16-B849-59C6-5A50-723CA427F119}"/>
          </ac:spMkLst>
        </pc:spChg>
        <pc:spChg chg="ord">
          <ac:chgData name="Ahmed Asker" userId="3a2d892e-23ad-4dd7-8942-7271f5dfa820" providerId="ADAL" clId="{D27FE0AA-E0AC-47E7-BBFE-A487A508B5B9}" dt="2026-10-16T22:36:47.361" v="356" actId="166"/>
          <ac:spMkLst>
            <pc:docMk/>
            <pc:sldMk cId="3454109946" sldId="256"/>
            <ac:spMk id="93" creationId="{81C6A371-8EDE-3C30-2C44-E07DBB4C3170}"/>
          </ac:spMkLst>
        </pc:spChg>
        <pc:spChg chg="add mod">
          <ac:chgData name="Ahmed Asker" userId="3a2d892e-23ad-4dd7-8942-7271f5dfa820" providerId="ADAL" clId="{D27FE0AA-E0AC-47E7-BBFE-A487A508B5B9}" dt="2026-09-27T13:42:49.979" v="213" actId="1037"/>
          <ac:spMkLst>
            <pc:docMk/>
            <pc:sldMk cId="3454109946" sldId="256"/>
            <ac:spMk id="101" creationId="{9707C8E4-235D-9F38-AD8D-73BA51324443}"/>
          </ac:spMkLst>
        </pc:spChg>
        <pc:spChg chg="mod">
          <ac:chgData name="Ahmed Asker" userId="3a2d892e-23ad-4dd7-8942-7271f5dfa820" providerId="ADAL" clId="{D27FE0AA-E0AC-47E7-BBFE-A487A508B5B9}" dt="2026-10-16T22:39:59.986" v="370" actId="1076"/>
          <ac:spMkLst>
            <pc:docMk/>
            <pc:sldMk cId="3454109946" sldId="256"/>
            <ac:spMk id="104" creationId="{88FD773C-C736-31FF-CEB3-2EAC1DA9A72B}"/>
          </ac:spMkLst>
        </pc:spChg>
        <pc:spChg chg="mod">
          <ac:chgData name="Ahmed Asker" userId="3a2d892e-23ad-4dd7-8942-7271f5dfa820" providerId="ADAL" clId="{D27FE0AA-E0AC-47E7-BBFE-A487A508B5B9}" dt="2026-10-10T19:14:29.913" v="240" actId="1076"/>
          <ac:spMkLst>
            <pc:docMk/>
            <pc:sldMk cId="3454109946" sldId="256"/>
            <ac:spMk id="105" creationId="{E74BC465-CCEA-A81D-49A8-8B6875E80E01}"/>
          </ac:spMkLst>
        </pc:spChg>
        <pc:spChg chg="add mod">
          <ac:chgData name="Ahmed Asker" userId="3a2d892e-23ad-4dd7-8942-7271f5dfa820" providerId="ADAL" clId="{D27FE0AA-E0AC-47E7-BBFE-A487A508B5B9}" dt="2026-09-27T13:42:49.979" v="213" actId="1037"/>
          <ac:spMkLst>
            <pc:docMk/>
            <pc:sldMk cId="3454109946" sldId="256"/>
            <ac:spMk id="110" creationId="{E9F4E532-284A-EDF5-D8F1-4CC48005D988}"/>
          </ac:spMkLst>
        </pc:spChg>
        <pc:spChg chg="add mod">
          <ac:chgData name="Ahmed Asker" userId="3a2d892e-23ad-4dd7-8942-7271f5dfa820" providerId="ADAL" clId="{D27FE0AA-E0AC-47E7-BBFE-A487A508B5B9}" dt="2026-10-10T19:21:22.860" v="320" actId="1076"/>
          <ac:spMkLst>
            <pc:docMk/>
            <pc:sldMk cId="3454109946" sldId="256"/>
            <ac:spMk id="111" creationId="{EFE012A4-98FB-BE10-37A8-AB03443FF16F}"/>
          </ac:spMkLst>
        </pc:spChg>
        <pc:spChg chg="mod">
          <ac:chgData name="Ahmed Asker" userId="3a2d892e-23ad-4dd7-8942-7271f5dfa820" providerId="ADAL" clId="{D27FE0AA-E0AC-47E7-BBFE-A487A508B5B9}" dt="2026-10-16T22:39:01.675" v="364" actId="207"/>
          <ac:spMkLst>
            <pc:docMk/>
            <pc:sldMk cId="3454109946" sldId="256"/>
            <ac:spMk id="112" creationId="{DDE636A6-E12E-FFAC-3C1B-D9F2BF8CA1FA}"/>
          </ac:spMkLst>
        </pc:spChg>
        <pc:spChg chg="mod">
          <ac:chgData name="Ahmed Asker" userId="3a2d892e-23ad-4dd7-8942-7271f5dfa820" providerId="ADAL" clId="{D27FE0AA-E0AC-47E7-BBFE-A487A508B5B9}" dt="2026-09-27T13:43:11.241" v="218" actId="1076"/>
          <ac:spMkLst>
            <pc:docMk/>
            <pc:sldMk cId="3454109946" sldId="256"/>
            <ac:spMk id="118" creationId="{DB7E1235-1AF3-4A9B-259B-EB667225984D}"/>
          </ac:spMkLst>
        </pc:spChg>
        <pc:spChg chg="mod">
          <ac:chgData name="Ahmed Asker" userId="3a2d892e-23ad-4dd7-8942-7271f5dfa820" providerId="ADAL" clId="{D27FE0AA-E0AC-47E7-BBFE-A487A508B5B9}" dt="2026-09-27T13:43:02.019" v="216" actId="1076"/>
          <ac:spMkLst>
            <pc:docMk/>
            <pc:sldMk cId="3454109946" sldId="256"/>
            <ac:spMk id="119" creationId="{3A152C39-2788-8861-A664-A0825298BC42}"/>
          </ac:spMkLst>
        </pc:spChg>
        <pc:spChg chg="add mod">
          <ac:chgData name="Ahmed Asker" userId="3a2d892e-23ad-4dd7-8942-7271f5dfa820" providerId="ADAL" clId="{D27FE0AA-E0AC-47E7-BBFE-A487A508B5B9}" dt="2026-09-27T13:43:05.112" v="217" actId="1076"/>
          <ac:spMkLst>
            <pc:docMk/>
            <pc:sldMk cId="3454109946" sldId="256"/>
            <ac:spMk id="120" creationId="{4CB2475B-E2F7-86BF-8EE6-480AC6469335}"/>
          </ac:spMkLst>
        </pc:spChg>
        <pc:spChg chg="add mod">
          <ac:chgData name="Ahmed Asker" userId="3a2d892e-23ad-4dd7-8942-7271f5dfa820" providerId="ADAL" clId="{D27FE0AA-E0AC-47E7-BBFE-A487A508B5B9}" dt="2026-10-10T19:20:19.219" v="308" actId="1076"/>
          <ac:spMkLst>
            <pc:docMk/>
            <pc:sldMk cId="3454109946" sldId="256"/>
            <ac:spMk id="121" creationId="{B7F7BEFF-429C-13FE-6870-45A2EDC51063}"/>
          </ac:spMkLst>
        </pc:spChg>
        <pc:spChg chg="add mod">
          <ac:chgData name="Ahmed Asker" userId="3a2d892e-23ad-4dd7-8942-7271f5dfa820" providerId="ADAL" clId="{D27FE0AA-E0AC-47E7-BBFE-A487A508B5B9}" dt="2026-10-10T19:16:55.425" v="249" actId="1076"/>
          <ac:spMkLst>
            <pc:docMk/>
            <pc:sldMk cId="3454109946" sldId="256"/>
            <ac:spMk id="125" creationId="{D28FC69A-23DA-BDE0-1EE6-8A46AC82B239}"/>
          </ac:spMkLst>
        </pc:spChg>
        <pc:grpChg chg="add mod">
          <ac:chgData name="Ahmed Asker" userId="3a2d892e-23ad-4dd7-8942-7271f5dfa820" providerId="ADAL" clId="{D27FE0AA-E0AC-47E7-BBFE-A487A508B5B9}" dt="2026-10-10T19:18:33.390" v="266" actId="1076"/>
          <ac:grpSpMkLst>
            <pc:docMk/>
            <pc:sldMk cId="3454109946" sldId="256"/>
            <ac:grpSpMk id="15" creationId="{91B9C1E5-01CF-1223-552B-FCC923A4B6A6}"/>
          </ac:grpSpMkLst>
        </pc:grpChg>
        <pc:grpChg chg="add mod">
          <ac:chgData name="Ahmed Asker" userId="3a2d892e-23ad-4dd7-8942-7271f5dfa820" providerId="ADAL" clId="{D27FE0AA-E0AC-47E7-BBFE-A487A508B5B9}" dt="2026-10-10T19:18:21.370" v="262" actId="1076"/>
          <ac:grpSpMkLst>
            <pc:docMk/>
            <pc:sldMk cId="3454109946" sldId="256"/>
            <ac:grpSpMk id="16" creationId="{AAE65484-3C77-0BDC-D665-DA658BAC9105}"/>
          </ac:grpSpMkLst>
        </pc:grpChg>
        <pc:cxnChg chg="add mod">
          <ac:chgData name="Ahmed Asker" userId="3a2d892e-23ad-4dd7-8942-7271f5dfa820" providerId="ADAL" clId="{D27FE0AA-E0AC-47E7-BBFE-A487A508B5B9}" dt="2026-10-10T19:18:10.801" v="259" actId="164"/>
          <ac:cxnSpMkLst>
            <pc:docMk/>
            <pc:sldMk cId="3454109946" sldId="256"/>
            <ac:cxnSpMk id="10" creationId="{A3C027AB-759A-471A-2925-7F77D5B352EB}"/>
          </ac:cxnSpMkLst>
        </pc:cxnChg>
        <pc:cxnChg chg="add mod">
          <ac:chgData name="Ahmed Asker" userId="3a2d892e-23ad-4dd7-8942-7271f5dfa820" providerId="ADAL" clId="{D27FE0AA-E0AC-47E7-BBFE-A487A508B5B9}" dt="2026-10-10T19:18:10.801" v="259" actId="164"/>
          <ac:cxnSpMkLst>
            <pc:docMk/>
            <pc:sldMk cId="3454109946" sldId="256"/>
            <ac:cxnSpMk id="12" creationId="{1112728A-2AA7-C29E-7603-07359715656B}"/>
          </ac:cxnSpMkLst>
        </pc:cxnChg>
        <pc:cxnChg chg="mod">
          <ac:chgData name="Ahmed Asker" userId="3a2d892e-23ad-4dd7-8942-7271f5dfa820" providerId="ADAL" clId="{D27FE0AA-E0AC-47E7-BBFE-A487A508B5B9}" dt="2026-10-10T19:18:17.441" v="261"/>
          <ac:cxnSpMkLst>
            <pc:docMk/>
            <pc:sldMk cId="3454109946" sldId="256"/>
            <ac:cxnSpMk id="18" creationId="{1B89DFD6-9F44-C3C1-47E3-2503915D616B}"/>
          </ac:cxnSpMkLst>
        </pc:cxnChg>
        <pc:cxnChg chg="mod">
          <ac:chgData name="Ahmed Asker" userId="3a2d892e-23ad-4dd7-8942-7271f5dfa820" providerId="ADAL" clId="{D27FE0AA-E0AC-47E7-BBFE-A487A508B5B9}" dt="2026-10-10T19:18:17.441" v="261"/>
          <ac:cxnSpMkLst>
            <pc:docMk/>
            <pc:sldMk cId="3454109946" sldId="256"/>
            <ac:cxnSpMk id="19" creationId="{23F9A25F-A87D-0698-57E3-87F4AB9C49FC}"/>
          </ac:cxnSpMkLst>
        </pc:cxnChg>
        <pc:cxnChg chg="add mod">
          <ac:chgData name="Ahmed Asker" userId="3a2d892e-23ad-4dd7-8942-7271f5dfa820" providerId="ADAL" clId="{D27FE0AA-E0AC-47E7-BBFE-A487A508B5B9}" dt="2026-10-10T19:19:35.947" v="287" actId="14100"/>
          <ac:cxnSpMkLst>
            <pc:docMk/>
            <pc:sldMk cId="3454109946" sldId="256"/>
            <ac:cxnSpMk id="22" creationId="{95B721EC-CCB3-4B5F-4D0E-535B41F55999}"/>
          </ac:cxnSpMkLst>
        </pc:cxnChg>
        <pc:cxnChg chg="add mod">
          <ac:chgData name="Ahmed Asker" userId="3a2d892e-23ad-4dd7-8942-7271f5dfa820" providerId="ADAL" clId="{D27FE0AA-E0AC-47E7-BBFE-A487A508B5B9}" dt="2026-10-10T19:19:41.030" v="289" actId="1076"/>
          <ac:cxnSpMkLst>
            <pc:docMk/>
            <pc:sldMk cId="3454109946" sldId="256"/>
            <ac:cxnSpMk id="24" creationId="{37562C7C-C02C-0E5D-FFB7-CFFFB711DB3C}"/>
          </ac:cxnSpMkLst>
        </pc:cxnChg>
        <pc:cxnChg chg="add mod">
          <ac:chgData name="Ahmed Asker" userId="3a2d892e-23ad-4dd7-8942-7271f5dfa820" providerId="ADAL" clId="{D27FE0AA-E0AC-47E7-BBFE-A487A508B5B9}" dt="2026-10-10T19:19:54.164" v="293" actId="14100"/>
          <ac:cxnSpMkLst>
            <pc:docMk/>
            <pc:sldMk cId="3454109946" sldId="256"/>
            <ac:cxnSpMk id="25" creationId="{8B7758A1-E8B1-6FDD-7F9B-0965221D9483}"/>
          </ac:cxnSpMkLst>
        </pc:cxnChg>
        <pc:cxnChg chg="add mod">
          <ac:chgData name="Ahmed Asker" userId="3a2d892e-23ad-4dd7-8942-7271f5dfa820" providerId="ADAL" clId="{D27FE0AA-E0AC-47E7-BBFE-A487A508B5B9}" dt="2026-10-10T19:21:08.833" v="316" actId="14100"/>
          <ac:cxnSpMkLst>
            <pc:docMk/>
            <pc:sldMk cId="3454109946" sldId="256"/>
            <ac:cxnSpMk id="28" creationId="{79713F95-4684-06F6-87BD-A7EC1D2445A1}"/>
          </ac:cxnSpMkLst>
        </pc:cxnChg>
        <pc:cxnChg chg="add mod">
          <ac:chgData name="Ahmed Asker" userId="3a2d892e-23ad-4dd7-8942-7271f5dfa820" providerId="ADAL" clId="{D27FE0AA-E0AC-47E7-BBFE-A487A508B5B9}" dt="2026-10-10T19:21:35.230" v="324" actId="14100"/>
          <ac:cxnSpMkLst>
            <pc:docMk/>
            <pc:sldMk cId="3454109946" sldId="256"/>
            <ac:cxnSpMk id="31" creationId="{929F6596-3917-35F3-44C5-CBF2151D4AF9}"/>
          </ac:cxnSpMkLst>
        </pc:cxnChg>
        <pc:cxnChg chg="add mod">
          <ac:chgData name="Ahmed Asker" userId="3a2d892e-23ad-4dd7-8942-7271f5dfa820" providerId="ADAL" clId="{D27FE0AA-E0AC-47E7-BBFE-A487A508B5B9}" dt="2026-10-10T19:21:31.102" v="323" actId="14100"/>
          <ac:cxnSpMkLst>
            <pc:docMk/>
            <pc:sldMk cId="3454109946" sldId="256"/>
            <ac:cxnSpMk id="32" creationId="{25617A70-1218-24C9-5343-374AE6D4D7F3}"/>
          </ac:cxnSpMkLst>
        </pc:cxnChg>
        <pc:cxnChg chg="mod ord">
          <ac:chgData name="Ahmed Asker" userId="3a2d892e-23ad-4dd7-8942-7271f5dfa820" providerId="ADAL" clId="{D27FE0AA-E0AC-47E7-BBFE-A487A508B5B9}" dt="2026-10-16T22:34:50.572" v="341" actId="166"/>
          <ac:cxnSpMkLst>
            <pc:docMk/>
            <pc:sldMk cId="3454109946" sldId="256"/>
            <ac:cxnSpMk id="80" creationId="{7352512F-8D20-5B45-D55E-F93895E35EF3}"/>
          </ac:cxnSpMkLst>
        </pc:cxnChg>
        <pc:cxnChg chg="mod">
          <ac:chgData name="Ahmed Asker" userId="3a2d892e-23ad-4dd7-8942-7271f5dfa820" providerId="ADAL" clId="{D27FE0AA-E0AC-47E7-BBFE-A487A508B5B9}" dt="2026-10-16T22:33:38.216" v="332" actId="208"/>
          <ac:cxnSpMkLst>
            <pc:docMk/>
            <pc:sldMk cId="3454109946" sldId="256"/>
            <ac:cxnSpMk id="82" creationId="{D1A2C2CF-9426-7092-1116-AE2E9F1C32A6}"/>
          </ac:cxnSpMkLst>
        </pc:cxnChg>
        <pc:cxnChg chg="mod">
          <ac:chgData name="Ahmed Asker" userId="3a2d892e-23ad-4dd7-8942-7271f5dfa820" providerId="ADAL" clId="{D27FE0AA-E0AC-47E7-BBFE-A487A508B5B9}" dt="2026-10-16T22:34:00" v="333" actId="208"/>
          <ac:cxnSpMkLst>
            <pc:docMk/>
            <pc:sldMk cId="3454109946" sldId="256"/>
            <ac:cxnSpMk id="94" creationId="{091D5CC8-67F9-EC1B-02DE-B17D30D69956}"/>
          </ac:cxnSpMkLst>
        </pc:cxnChg>
        <pc:cxnChg chg="mod">
          <ac:chgData name="Ahmed Asker" userId="3a2d892e-23ad-4dd7-8942-7271f5dfa820" providerId="ADAL" clId="{D27FE0AA-E0AC-47E7-BBFE-A487A508B5B9}" dt="2026-10-16T22:34:00" v="333" actId="208"/>
          <ac:cxnSpMkLst>
            <pc:docMk/>
            <pc:sldMk cId="3454109946" sldId="256"/>
            <ac:cxnSpMk id="97" creationId="{DCC71CDD-8243-9CE2-2228-8B6D8A8FB21A}"/>
          </ac:cxnSpMkLst>
        </pc:cxnChg>
        <pc:cxnChg chg="mod">
          <ac:chgData name="Ahmed Asker" userId="3a2d892e-23ad-4dd7-8942-7271f5dfa820" providerId="ADAL" clId="{D27FE0AA-E0AC-47E7-BBFE-A487A508B5B9}" dt="2026-10-16T22:34:00" v="333" actId="208"/>
          <ac:cxnSpMkLst>
            <pc:docMk/>
            <pc:sldMk cId="3454109946" sldId="256"/>
            <ac:cxnSpMk id="98" creationId="{3C376289-16E9-6DC9-421B-E85E73E9FA13}"/>
          </ac:cxnSpMkLst>
        </pc:cxnChg>
        <pc:cxnChg chg="mod ord">
          <ac:chgData name="Ahmed Asker" userId="3a2d892e-23ad-4dd7-8942-7271f5dfa820" providerId="ADAL" clId="{D27FE0AA-E0AC-47E7-BBFE-A487A508B5B9}" dt="2026-10-16T22:37:00.610" v="357" actId="166"/>
          <ac:cxnSpMkLst>
            <pc:docMk/>
            <pc:sldMk cId="3454109946" sldId="256"/>
            <ac:cxnSpMk id="102" creationId="{F13E286C-0BFD-18E3-8744-8C7D830ADCA0}"/>
          </ac:cxnSpMkLst>
        </pc:cxnChg>
        <pc:cxnChg chg="mod ord">
          <ac:chgData name="Ahmed Asker" userId="3a2d892e-23ad-4dd7-8942-7271f5dfa820" providerId="ADAL" clId="{D27FE0AA-E0AC-47E7-BBFE-A487A508B5B9}" dt="2026-10-16T22:37:16.536" v="360" actId="166"/>
          <ac:cxnSpMkLst>
            <pc:docMk/>
            <pc:sldMk cId="3454109946" sldId="256"/>
            <ac:cxnSpMk id="103" creationId="{379D0771-80E8-6BEB-5F98-079E15A75515}"/>
          </ac:cxnSpMkLst>
        </pc:cxnChg>
        <pc:cxnChg chg="mod">
          <ac:chgData name="Ahmed Asker" userId="3a2d892e-23ad-4dd7-8942-7271f5dfa820" providerId="ADAL" clId="{D27FE0AA-E0AC-47E7-BBFE-A487A508B5B9}" dt="2026-10-16T22:38:44.443" v="362" actId="1076"/>
          <ac:cxnSpMkLst>
            <pc:docMk/>
            <pc:sldMk cId="3454109946" sldId="256"/>
            <ac:cxnSpMk id="115" creationId="{3F0684F4-D016-94D1-371E-BD6DFD71A3D5}"/>
          </ac:cxnSpMkLst>
        </pc:cxnChg>
        <pc:cxnChg chg="mod">
          <ac:chgData name="Ahmed Asker" userId="3a2d892e-23ad-4dd7-8942-7271f5dfa820" providerId="ADAL" clId="{D27FE0AA-E0AC-47E7-BBFE-A487A508B5B9}" dt="2026-09-27T13:43:11.241" v="218" actId="1076"/>
          <ac:cxnSpMkLst>
            <pc:docMk/>
            <pc:sldMk cId="3454109946" sldId="256"/>
            <ac:cxnSpMk id="117" creationId="{B89F083B-2442-5AF2-B264-0E48FE04C24A}"/>
          </ac:cxnSpMkLst>
        </pc:cxnChg>
        <pc:cxnChg chg="mod">
          <ac:chgData name="Ahmed Asker" userId="3a2d892e-23ad-4dd7-8942-7271f5dfa820" providerId="ADAL" clId="{D27FE0AA-E0AC-47E7-BBFE-A487A508B5B9}" dt="2026-10-16T22:33:38.216" v="332" actId="208"/>
          <ac:cxnSpMkLst>
            <pc:docMk/>
            <pc:sldMk cId="3454109946" sldId="256"/>
            <ac:cxnSpMk id="124" creationId="{5AFD1CF5-FB94-2A2F-96AC-2FA82DBBC361}"/>
          </ac:cxnSpMkLst>
        </pc:cxnChg>
        <pc:cxnChg chg="mod">
          <ac:chgData name="Ahmed Asker" userId="3a2d892e-23ad-4dd7-8942-7271f5dfa820" providerId="ADAL" clId="{D27FE0AA-E0AC-47E7-BBFE-A487A508B5B9}" dt="2026-10-16T22:34:59.527" v="344" actId="1035"/>
          <ac:cxnSpMkLst>
            <pc:docMk/>
            <pc:sldMk cId="3454109946" sldId="256"/>
            <ac:cxnSpMk id="128" creationId="{939D19F0-990E-17AF-0330-F34233992B1F}"/>
          </ac:cxnSpMkLst>
        </pc:cxnChg>
        <pc:cxnChg chg="mod">
          <ac:chgData name="Ahmed Asker" userId="3a2d892e-23ad-4dd7-8942-7271f5dfa820" providerId="ADAL" clId="{D27FE0AA-E0AC-47E7-BBFE-A487A508B5B9}" dt="2026-10-16T22:39:28.492" v="369" actId="1076"/>
          <ac:cxnSpMkLst>
            <pc:docMk/>
            <pc:sldMk cId="3454109946" sldId="256"/>
            <ac:cxnSpMk id="131" creationId="{210EA2F3-C067-E2B4-60D0-493E3B0F53D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412312"/>
            <a:ext cx="3239691" cy="877112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49" y="1323249"/>
            <a:ext cx="3239691" cy="608263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59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86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22" y="628091"/>
            <a:ext cx="3725645" cy="1047985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22" y="1685991"/>
            <a:ext cx="3725645" cy="551110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82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69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6972" y="670664"/>
            <a:ext cx="1835825" cy="159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6791" y="670664"/>
            <a:ext cx="1835825" cy="159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76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134133"/>
            <a:ext cx="3725645" cy="486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34" y="617594"/>
            <a:ext cx="1827388" cy="302673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34" y="920267"/>
            <a:ext cx="1827388" cy="135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6791" y="617594"/>
            <a:ext cx="1836388" cy="302673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6791" y="920267"/>
            <a:ext cx="1836388" cy="135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59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9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17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5" y="167958"/>
            <a:ext cx="1393179" cy="587851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388" y="362742"/>
            <a:ext cx="2186791" cy="1790381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5" y="755809"/>
            <a:ext cx="1393179" cy="1400229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34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5" y="167958"/>
            <a:ext cx="1393179" cy="587851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388" y="362742"/>
            <a:ext cx="2186791" cy="1790381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5" y="755809"/>
            <a:ext cx="1393179" cy="1400229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79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77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205" y="134133"/>
            <a:ext cx="931411" cy="2135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6971" y="134133"/>
            <a:ext cx="2740239" cy="2135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77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6972" y="134133"/>
            <a:ext cx="3725645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972" y="670664"/>
            <a:ext cx="3725645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6972" y="2335076"/>
            <a:ext cx="971907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CC874-2A21-4F0E-9F85-FB7926792A5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0864" y="2335076"/>
            <a:ext cx="145786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0709" y="2335076"/>
            <a:ext cx="971907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DDAEB-B95E-4FBF-8B0B-A97B7FF737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61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303BD0C-93AC-1D4E-0BC9-F35192315905}"/>
                  </a:ext>
                </a:extLst>
              </p:cNvPr>
              <p:cNvSpPr txBox="1"/>
              <p:nvPr/>
            </p:nvSpPr>
            <p:spPr>
              <a:xfrm>
                <a:off x="1159503" y="1709406"/>
                <a:ext cx="4797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303BD0C-93AC-1D4E-0BC9-F35192315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03" y="1709406"/>
                <a:ext cx="47979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1A2C2CF-9426-7092-1116-AE2E9F1C32A6}"/>
              </a:ext>
            </a:extLst>
          </p:cNvPr>
          <p:cNvCxnSpPr>
            <a:cxnSpLocks/>
          </p:cNvCxnSpPr>
          <p:nvPr/>
        </p:nvCxnSpPr>
        <p:spPr>
          <a:xfrm flipV="1">
            <a:off x="681154" y="1341920"/>
            <a:ext cx="0" cy="67335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241839F-61A4-900A-B7DA-05E00FC80FB6}"/>
                  </a:ext>
                </a:extLst>
              </p:cNvPr>
              <p:cNvSpPr txBox="1"/>
              <p:nvPr/>
            </p:nvSpPr>
            <p:spPr>
              <a:xfrm>
                <a:off x="325643" y="1243700"/>
                <a:ext cx="4454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241839F-61A4-900A-B7DA-05E00FC80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43" y="1243700"/>
                <a:ext cx="445411" cy="338554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D7597E1-CE2F-9868-E758-A0B429CAF578}"/>
                  </a:ext>
                </a:extLst>
              </p:cNvPr>
              <p:cNvSpPr txBox="1"/>
              <p:nvPr/>
            </p:nvSpPr>
            <p:spPr>
              <a:xfrm>
                <a:off x="1096139" y="484315"/>
                <a:ext cx="5202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D7597E1-CE2F-9868-E758-A0B429CAF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139" y="484315"/>
                <a:ext cx="520211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20EDF1A-6977-933B-2028-BA662A2B4E8C}"/>
                  </a:ext>
                </a:extLst>
              </p:cNvPr>
              <p:cNvSpPr txBox="1"/>
              <p:nvPr/>
            </p:nvSpPr>
            <p:spPr>
              <a:xfrm>
                <a:off x="1266607" y="263255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20EDF1A-6977-933B-2028-BA662A2B4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607" y="263255"/>
                <a:ext cx="46857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C140DE5-E9EF-AF20-3E01-BC30A00133DA}"/>
                  </a:ext>
                </a:extLst>
              </p:cNvPr>
              <p:cNvSpPr txBox="1"/>
              <p:nvPr/>
            </p:nvSpPr>
            <p:spPr>
              <a:xfrm>
                <a:off x="2958033" y="1074508"/>
                <a:ext cx="5471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C140DE5-E9EF-AF20-3E01-BC30A0013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033" y="1074508"/>
                <a:ext cx="54710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BAF249F-B3FC-34C3-62C0-0C87DDB59D30}"/>
                  </a:ext>
                </a:extLst>
              </p:cNvPr>
              <p:cNvSpPr txBox="1"/>
              <p:nvPr/>
            </p:nvSpPr>
            <p:spPr>
              <a:xfrm>
                <a:off x="41383" y="325029"/>
                <a:ext cx="4499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BAF249F-B3FC-34C3-62C0-0C87DDB59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3" y="325029"/>
                <a:ext cx="449996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177585B-274E-116E-802D-BE87B8DFD81A}"/>
                  </a:ext>
                </a:extLst>
              </p:cNvPr>
              <p:cNvSpPr txBox="1"/>
              <p:nvPr/>
            </p:nvSpPr>
            <p:spPr>
              <a:xfrm>
                <a:off x="2069497" y="1700934"/>
                <a:ext cx="3217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177585B-274E-116E-802D-BE87B8DF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497" y="1700934"/>
                <a:ext cx="321733" cy="338554"/>
              </a:xfrm>
              <a:prstGeom prst="rect">
                <a:avLst/>
              </a:prstGeom>
              <a:blipFill>
                <a:blip r:embed="rId8"/>
                <a:stretch>
                  <a:fillRect r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>
            <a:extLst>
              <a:ext uri="{FF2B5EF4-FFF2-40B4-BE49-F238E27FC236}">
                <a16:creationId xmlns:a16="http://schemas.microsoft.com/office/drawing/2014/main" id="{E553675F-DAC6-E648-38E2-130D107AF519}"/>
              </a:ext>
            </a:extLst>
          </p:cNvPr>
          <p:cNvSpPr/>
          <p:nvPr/>
        </p:nvSpPr>
        <p:spPr>
          <a:xfrm>
            <a:off x="2589079" y="1792382"/>
            <a:ext cx="999060" cy="494213"/>
          </a:xfrm>
          <a:prstGeom prst="rect">
            <a:avLst/>
          </a:prstGeom>
          <a:solidFill>
            <a:srgbClr val="4234F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80B6C07-D4AB-C6D8-3327-12262F11D334}"/>
              </a:ext>
            </a:extLst>
          </p:cNvPr>
          <p:cNvSpPr/>
          <p:nvPr/>
        </p:nvSpPr>
        <p:spPr>
          <a:xfrm rot="18324636" flipH="1">
            <a:off x="2420201" y="658765"/>
            <a:ext cx="151813" cy="14339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8704170-65C7-8EF3-7DFA-82EDDC1DD238}"/>
              </a:ext>
            </a:extLst>
          </p:cNvPr>
          <p:cNvSpPr/>
          <p:nvPr/>
        </p:nvSpPr>
        <p:spPr>
          <a:xfrm rot="16859002" flipH="1">
            <a:off x="1157087" y="121279"/>
            <a:ext cx="151813" cy="143390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91D5CC8-67F9-EC1B-02DE-B17D30D69956}"/>
              </a:ext>
            </a:extLst>
          </p:cNvPr>
          <p:cNvCxnSpPr>
            <a:cxnSpLocks/>
          </p:cNvCxnSpPr>
          <p:nvPr/>
        </p:nvCxnSpPr>
        <p:spPr>
          <a:xfrm flipH="1" flipV="1">
            <a:off x="3074470" y="1161052"/>
            <a:ext cx="0" cy="648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Arc 94">
            <a:extLst>
              <a:ext uri="{FF2B5EF4-FFF2-40B4-BE49-F238E27FC236}">
                <a16:creationId xmlns:a16="http://schemas.microsoft.com/office/drawing/2014/main" id="{9D8CCF5F-6B4B-3642-6E82-9DF5DB5D69A6}"/>
              </a:ext>
            </a:extLst>
          </p:cNvPr>
          <p:cNvSpPr/>
          <p:nvPr/>
        </p:nvSpPr>
        <p:spPr>
          <a:xfrm>
            <a:off x="2522824" y="1368278"/>
            <a:ext cx="821452" cy="858020"/>
          </a:xfrm>
          <a:prstGeom prst="arc">
            <a:avLst>
              <a:gd name="adj1" fmla="val 13659512"/>
              <a:gd name="adj2" fmla="val 17355987"/>
            </a:avLst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78D7817-1F64-8858-2619-317F3C17A5C2}"/>
                  </a:ext>
                </a:extLst>
              </p:cNvPr>
              <p:cNvSpPr txBox="1"/>
              <p:nvPr/>
            </p:nvSpPr>
            <p:spPr>
              <a:xfrm>
                <a:off x="2559643" y="1074423"/>
                <a:ext cx="5379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78D7817-1F64-8858-2619-317F3C17A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643" y="1074423"/>
                <a:ext cx="53790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CC71CDD-8243-9CE2-2228-8B6D8A8FB21A}"/>
              </a:ext>
            </a:extLst>
          </p:cNvPr>
          <p:cNvCxnSpPr>
            <a:cxnSpLocks/>
          </p:cNvCxnSpPr>
          <p:nvPr/>
        </p:nvCxnSpPr>
        <p:spPr>
          <a:xfrm flipH="1" flipV="1">
            <a:off x="70672" y="611162"/>
            <a:ext cx="480769" cy="937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C376289-16E9-6DC9-421B-E85E73E9FA13}"/>
              </a:ext>
            </a:extLst>
          </p:cNvPr>
          <p:cNvCxnSpPr>
            <a:cxnSpLocks/>
          </p:cNvCxnSpPr>
          <p:nvPr/>
        </p:nvCxnSpPr>
        <p:spPr>
          <a:xfrm flipH="1" flipV="1">
            <a:off x="1262366" y="435238"/>
            <a:ext cx="611589" cy="4712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5D974F0-E057-7C5D-CBAA-FEE242D7C9D7}"/>
              </a:ext>
            </a:extLst>
          </p:cNvPr>
          <p:cNvCxnSpPr>
            <a:cxnSpLocks/>
          </p:cNvCxnSpPr>
          <p:nvPr/>
        </p:nvCxnSpPr>
        <p:spPr>
          <a:xfrm flipH="1" flipV="1">
            <a:off x="1801059" y="878428"/>
            <a:ext cx="1219739" cy="870008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0589CC9-392F-E8BE-3F61-4BA83015F9F2}"/>
              </a:ext>
            </a:extLst>
          </p:cNvPr>
          <p:cNvCxnSpPr>
            <a:cxnSpLocks/>
            <a:stCxn id="92" idx="2"/>
          </p:cNvCxnSpPr>
          <p:nvPr/>
        </p:nvCxnSpPr>
        <p:spPr>
          <a:xfrm flipH="1" flipV="1">
            <a:off x="540711" y="711875"/>
            <a:ext cx="1285301" cy="247467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Arc 100">
            <a:extLst>
              <a:ext uri="{FF2B5EF4-FFF2-40B4-BE49-F238E27FC236}">
                <a16:creationId xmlns:a16="http://schemas.microsoft.com/office/drawing/2014/main" id="{9707C8E4-235D-9F38-AD8D-73BA51324443}"/>
              </a:ext>
            </a:extLst>
          </p:cNvPr>
          <p:cNvSpPr/>
          <p:nvPr/>
        </p:nvSpPr>
        <p:spPr>
          <a:xfrm rot="17598145">
            <a:off x="1409659" y="569529"/>
            <a:ext cx="842020" cy="858020"/>
          </a:xfrm>
          <a:prstGeom prst="arc">
            <a:avLst>
              <a:gd name="adj1" fmla="val 15725425"/>
              <a:gd name="adj2" fmla="val 17695236"/>
            </a:avLst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8FD773C-C736-31FF-CEB3-2EAC1DA9A72B}"/>
                  </a:ext>
                </a:extLst>
              </p:cNvPr>
              <p:cNvSpPr txBox="1"/>
              <p:nvPr/>
            </p:nvSpPr>
            <p:spPr>
              <a:xfrm>
                <a:off x="2152235" y="458909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8FD773C-C736-31FF-CEB3-2EAC1DA9A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235" y="458909"/>
                <a:ext cx="468574" cy="338554"/>
              </a:xfrm>
              <a:prstGeom prst="rect">
                <a:avLst/>
              </a:prstGeom>
              <a:blipFill>
                <a:blip r:embed="rId10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74BC465-CCEA-A81D-49A8-8B6875E80E01}"/>
                  </a:ext>
                </a:extLst>
              </p:cNvPr>
              <p:cNvSpPr txBox="1"/>
              <p:nvPr/>
            </p:nvSpPr>
            <p:spPr>
              <a:xfrm>
                <a:off x="287336" y="1621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74BC465-CCEA-A81D-49A8-8B6875E80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6" y="1621"/>
                <a:ext cx="468574" cy="338554"/>
              </a:xfrm>
              <a:prstGeom prst="rect">
                <a:avLst/>
              </a:prstGeom>
              <a:blipFill>
                <a:blip r:embed="rId11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0845FA4-89E3-5F6D-9235-C4DD84B7539D}"/>
              </a:ext>
            </a:extLst>
          </p:cNvPr>
          <p:cNvCxnSpPr>
            <a:cxnSpLocks/>
          </p:cNvCxnSpPr>
          <p:nvPr/>
        </p:nvCxnSpPr>
        <p:spPr>
          <a:xfrm>
            <a:off x="2355819" y="1800187"/>
            <a:ext cx="397109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8756404-B545-824B-7903-F27ED3813A6E}"/>
              </a:ext>
            </a:extLst>
          </p:cNvPr>
          <p:cNvCxnSpPr>
            <a:cxnSpLocks/>
          </p:cNvCxnSpPr>
          <p:nvPr/>
        </p:nvCxnSpPr>
        <p:spPr>
          <a:xfrm>
            <a:off x="679853" y="2028081"/>
            <a:ext cx="1301" cy="391381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13F61FE-76AD-EEA8-7B98-652EE5D855DA}"/>
              </a:ext>
            </a:extLst>
          </p:cNvPr>
          <p:cNvCxnSpPr/>
          <p:nvPr/>
        </p:nvCxnSpPr>
        <p:spPr>
          <a:xfrm>
            <a:off x="3087045" y="2039488"/>
            <a:ext cx="2620" cy="377792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52F12DE-7DD5-005E-0203-F5C9C41F07C6}"/>
              </a:ext>
            </a:extLst>
          </p:cNvPr>
          <p:cNvCxnSpPr>
            <a:cxnSpLocks/>
          </p:cNvCxnSpPr>
          <p:nvPr/>
        </p:nvCxnSpPr>
        <p:spPr>
          <a:xfrm flipV="1">
            <a:off x="704488" y="2412595"/>
            <a:ext cx="236619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9F4E532-284A-EDF5-D8F1-4CC48005D988}"/>
                  </a:ext>
                </a:extLst>
              </p:cNvPr>
              <p:cNvSpPr txBox="1"/>
              <p:nvPr/>
            </p:nvSpPr>
            <p:spPr>
              <a:xfrm>
                <a:off x="1504279" y="2117318"/>
                <a:ext cx="3217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9F4E532-284A-EDF5-D8F1-4CC48005D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279" y="2117318"/>
                <a:ext cx="321733" cy="338554"/>
              </a:xfrm>
              <a:prstGeom prst="rect">
                <a:avLst/>
              </a:prstGeom>
              <a:blipFill>
                <a:blip r:embed="rId12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FE012A4-98FB-BE10-37A8-AB03443FF16F}"/>
                  </a:ext>
                </a:extLst>
              </p:cNvPr>
              <p:cNvSpPr txBox="1"/>
              <p:nvPr/>
            </p:nvSpPr>
            <p:spPr>
              <a:xfrm>
                <a:off x="2890284" y="635703"/>
                <a:ext cx="3217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FE012A4-98FB-BE10-37A8-AB03443FF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284" y="635703"/>
                <a:ext cx="321733" cy="338554"/>
              </a:xfrm>
              <a:prstGeom prst="rect">
                <a:avLst/>
              </a:prstGeom>
              <a:blipFill>
                <a:blip r:embed="rId13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DE636A6-E12E-FFAC-3C1B-D9F2BF8CA1FA}"/>
                  </a:ext>
                </a:extLst>
              </p:cNvPr>
              <p:cNvSpPr txBox="1"/>
              <p:nvPr/>
            </p:nvSpPr>
            <p:spPr>
              <a:xfrm>
                <a:off x="1262366" y="-26038"/>
                <a:ext cx="3217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DE636A6-E12E-FFAC-3C1B-D9F2BF8CA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366" y="-26038"/>
                <a:ext cx="321733" cy="338554"/>
              </a:xfrm>
              <a:prstGeom prst="rect">
                <a:avLst/>
              </a:prstGeom>
              <a:blipFill>
                <a:blip r:embed="rId14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EBCAE6A-8E52-6778-398F-544F9B6AF421}"/>
              </a:ext>
            </a:extLst>
          </p:cNvPr>
          <p:cNvCxnSpPr>
            <a:cxnSpLocks/>
          </p:cNvCxnSpPr>
          <p:nvPr/>
        </p:nvCxnSpPr>
        <p:spPr>
          <a:xfrm flipH="1" flipV="1">
            <a:off x="2410928" y="1800187"/>
            <a:ext cx="0" cy="252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C3040EF-FB34-0CE2-9C70-B2414129DFB1}"/>
              </a:ext>
            </a:extLst>
          </p:cNvPr>
          <p:cNvCxnSpPr>
            <a:cxnSpLocks/>
          </p:cNvCxnSpPr>
          <p:nvPr/>
        </p:nvCxnSpPr>
        <p:spPr>
          <a:xfrm>
            <a:off x="2355819" y="445470"/>
            <a:ext cx="1182629" cy="88703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F0684F4-D016-94D1-371E-BD6DFD71A3D5}"/>
              </a:ext>
            </a:extLst>
          </p:cNvPr>
          <p:cNvCxnSpPr>
            <a:cxnSpLocks/>
          </p:cNvCxnSpPr>
          <p:nvPr/>
        </p:nvCxnSpPr>
        <p:spPr>
          <a:xfrm flipH="1">
            <a:off x="560671" y="100531"/>
            <a:ext cx="140536" cy="50581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1332B78-CEDD-E40F-810A-B2931B563B2A}"/>
              </a:ext>
            </a:extLst>
          </p:cNvPr>
          <p:cNvCxnSpPr>
            <a:cxnSpLocks/>
          </p:cNvCxnSpPr>
          <p:nvPr/>
        </p:nvCxnSpPr>
        <p:spPr>
          <a:xfrm>
            <a:off x="704488" y="148942"/>
            <a:ext cx="1350429" cy="2773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89F083B-2442-5AF2-B264-0E48FE04C24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3153" y="63778"/>
            <a:ext cx="0" cy="6733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B7E1235-1AF3-4A9B-259B-EB667225984D}"/>
                  </a:ext>
                </a:extLst>
              </p:cNvPr>
              <p:cNvSpPr txBox="1"/>
              <p:nvPr/>
            </p:nvSpPr>
            <p:spPr>
              <a:xfrm>
                <a:off x="3731098" y="109619"/>
                <a:ext cx="5471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B7E1235-1AF3-4A9B-259B-EB6672259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098" y="109619"/>
                <a:ext cx="547107" cy="338554"/>
              </a:xfrm>
              <a:prstGeom prst="rect">
                <a:avLst/>
              </a:prstGeom>
              <a:blipFill>
                <a:blip r:embed="rId15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3A152C39-2788-8861-A664-A0825298BC42}"/>
              </a:ext>
            </a:extLst>
          </p:cNvPr>
          <p:cNvSpPr txBox="1"/>
          <p:nvPr/>
        </p:nvSpPr>
        <p:spPr>
          <a:xfrm>
            <a:off x="3585799" y="1844029"/>
            <a:ext cx="791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Joint 1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CB2475B-E2F7-86BF-8EE6-480AC6469335}"/>
              </a:ext>
            </a:extLst>
          </p:cNvPr>
          <p:cNvSpPr txBox="1"/>
          <p:nvPr/>
        </p:nvSpPr>
        <p:spPr>
          <a:xfrm>
            <a:off x="3495934" y="1322753"/>
            <a:ext cx="93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Joint 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7F7BEFF-429C-13FE-6870-45A2EDC51063}"/>
              </a:ext>
            </a:extLst>
          </p:cNvPr>
          <p:cNvSpPr txBox="1"/>
          <p:nvPr/>
        </p:nvSpPr>
        <p:spPr>
          <a:xfrm>
            <a:off x="1203918" y="1358099"/>
            <a:ext cx="93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Joint 3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4FE8705-22F0-6C83-268D-72C37148B6EF}"/>
              </a:ext>
            </a:extLst>
          </p:cNvPr>
          <p:cNvCxnSpPr>
            <a:cxnSpLocks/>
          </p:cNvCxnSpPr>
          <p:nvPr/>
        </p:nvCxnSpPr>
        <p:spPr>
          <a:xfrm flipV="1">
            <a:off x="1873955" y="1112520"/>
            <a:ext cx="48601" cy="34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6A4FE365-47DE-5712-EBCD-6680775DCD2C}"/>
              </a:ext>
            </a:extLst>
          </p:cNvPr>
          <p:cNvCxnSpPr>
            <a:cxnSpLocks/>
            <a:endCxn id="93" idx="6"/>
          </p:cNvCxnSpPr>
          <p:nvPr/>
        </p:nvCxnSpPr>
        <p:spPr>
          <a:xfrm flipH="1">
            <a:off x="3168856" y="1553780"/>
            <a:ext cx="596817" cy="249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AFD1CF5-FB94-2A2F-96AC-2FA82DBBC361}"/>
              </a:ext>
            </a:extLst>
          </p:cNvPr>
          <p:cNvCxnSpPr>
            <a:cxnSpLocks/>
          </p:cNvCxnSpPr>
          <p:nvPr/>
        </p:nvCxnSpPr>
        <p:spPr>
          <a:xfrm flipV="1">
            <a:off x="3168856" y="1784577"/>
            <a:ext cx="648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28FC69A-23DA-BDE0-1EE6-8A46AC82B239}"/>
                  </a:ext>
                </a:extLst>
              </p:cNvPr>
              <p:cNvSpPr txBox="1"/>
              <p:nvPr/>
            </p:nvSpPr>
            <p:spPr>
              <a:xfrm>
                <a:off x="3763838" y="1566647"/>
                <a:ext cx="4602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28FC69A-23DA-BDE0-1EE6-8A46AC82B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838" y="1566647"/>
                <a:ext cx="46021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ctangle 125">
            <a:extLst>
              <a:ext uri="{FF2B5EF4-FFF2-40B4-BE49-F238E27FC236}">
                <a16:creationId xmlns:a16="http://schemas.microsoft.com/office/drawing/2014/main" id="{DFF62E6B-C137-578F-7F26-9951531F973B}"/>
              </a:ext>
            </a:extLst>
          </p:cNvPr>
          <p:cNvSpPr/>
          <p:nvPr/>
        </p:nvSpPr>
        <p:spPr>
          <a:xfrm>
            <a:off x="2870076" y="1962747"/>
            <a:ext cx="422732" cy="1306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A901C65-7919-A430-24F7-F18564CA0F4B}"/>
              </a:ext>
            </a:extLst>
          </p:cNvPr>
          <p:cNvCxnSpPr>
            <a:cxnSpLocks/>
          </p:cNvCxnSpPr>
          <p:nvPr/>
        </p:nvCxnSpPr>
        <p:spPr>
          <a:xfrm flipH="1">
            <a:off x="3139815" y="1260475"/>
            <a:ext cx="445411" cy="49213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39D19F0-990E-17AF-0330-F34233992B1F}"/>
              </a:ext>
            </a:extLst>
          </p:cNvPr>
          <p:cNvCxnSpPr>
            <a:cxnSpLocks/>
          </p:cNvCxnSpPr>
          <p:nvPr/>
        </p:nvCxnSpPr>
        <p:spPr>
          <a:xfrm>
            <a:off x="479633" y="2026679"/>
            <a:ext cx="3150567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75EA7B9-B032-A0DA-4C51-2221ED02BECD}"/>
              </a:ext>
            </a:extLst>
          </p:cNvPr>
          <p:cNvCxnSpPr>
            <a:cxnSpLocks/>
          </p:cNvCxnSpPr>
          <p:nvPr/>
        </p:nvCxnSpPr>
        <p:spPr>
          <a:xfrm flipH="1">
            <a:off x="1953935" y="400455"/>
            <a:ext cx="140536" cy="50581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10EA2F3-C067-E2B4-60D0-493E3B0F53D2}"/>
              </a:ext>
            </a:extLst>
          </p:cNvPr>
          <p:cNvCxnSpPr>
            <a:cxnSpLocks/>
          </p:cNvCxnSpPr>
          <p:nvPr/>
        </p:nvCxnSpPr>
        <p:spPr>
          <a:xfrm flipH="1">
            <a:off x="2061003" y="406622"/>
            <a:ext cx="331970" cy="39084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08E3254-D0B0-5DCA-45D9-F488A14DE7BD}"/>
              </a:ext>
            </a:extLst>
          </p:cNvPr>
          <p:cNvCxnSpPr>
            <a:cxnSpLocks/>
          </p:cNvCxnSpPr>
          <p:nvPr/>
        </p:nvCxnSpPr>
        <p:spPr>
          <a:xfrm flipH="1" flipV="1">
            <a:off x="3097544" y="2026435"/>
            <a:ext cx="771592" cy="110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B9C1E5-01CF-1223-552B-FCC923A4B6A6}"/>
              </a:ext>
            </a:extLst>
          </p:cNvPr>
          <p:cNvGrpSpPr/>
          <p:nvPr/>
        </p:nvGrpSpPr>
        <p:grpSpPr>
          <a:xfrm>
            <a:off x="992045" y="745426"/>
            <a:ext cx="108000" cy="108000"/>
            <a:chOff x="-966405" y="442161"/>
            <a:chExt cx="108000" cy="108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B6027CE-D284-50FA-1C02-152D8EDE4E18}"/>
                </a:ext>
              </a:extLst>
            </p:cNvPr>
            <p:cNvSpPr/>
            <p:nvPr/>
          </p:nvSpPr>
          <p:spPr>
            <a:xfrm>
              <a:off x="-966405" y="44216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3C027AB-759A-471A-2925-7F77D5B352EB}"/>
                </a:ext>
              </a:extLst>
            </p:cNvPr>
            <p:cNvCxnSpPr>
              <a:cxnSpLocks/>
              <a:stCxn id="7" idx="3"/>
              <a:endCxn id="7" idx="7"/>
            </p:cNvCxnSpPr>
            <p:nvPr/>
          </p:nvCxnSpPr>
          <p:spPr>
            <a:xfrm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112728A-2AA7-C29E-7603-07359715656B}"/>
                </a:ext>
              </a:extLst>
            </p:cNvPr>
            <p:cNvCxnSpPr>
              <a:cxnSpLocks/>
              <a:stCxn id="7" idx="5"/>
              <a:endCxn id="7" idx="1"/>
            </p:cNvCxnSpPr>
            <p:nvPr/>
          </p:nvCxnSpPr>
          <p:spPr>
            <a:xfrm flipH="1"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E65484-3C77-0BDC-D665-DA658BAC9105}"/>
              </a:ext>
            </a:extLst>
          </p:cNvPr>
          <p:cNvGrpSpPr/>
          <p:nvPr/>
        </p:nvGrpSpPr>
        <p:grpSpPr>
          <a:xfrm>
            <a:off x="2366993" y="1256302"/>
            <a:ext cx="108000" cy="108000"/>
            <a:chOff x="-966405" y="442161"/>
            <a:chExt cx="108000" cy="10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FD8457-A2E5-0467-7F09-2347224F99A6}"/>
                </a:ext>
              </a:extLst>
            </p:cNvPr>
            <p:cNvSpPr/>
            <p:nvPr/>
          </p:nvSpPr>
          <p:spPr>
            <a:xfrm>
              <a:off x="-966405" y="44216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89DFD6-9F44-C3C1-47E3-2503915D616B}"/>
                </a:ext>
              </a:extLst>
            </p:cNvPr>
            <p:cNvCxnSpPr>
              <a:cxnSpLocks/>
              <a:stCxn id="17" idx="3"/>
              <a:endCxn id="17" idx="7"/>
            </p:cNvCxnSpPr>
            <p:nvPr/>
          </p:nvCxnSpPr>
          <p:spPr>
            <a:xfrm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F9A25F-A87D-0698-57E3-87F4AB9C49FC}"/>
                </a:ext>
              </a:extLst>
            </p:cNvPr>
            <p:cNvCxnSpPr>
              <a:cxnSpLocks/>
              <a:stCxn id="17" idx="5"/>
              <a:endCxn id="17" idx="1"/>
            </p:cNvCxnSpPr>
            <p:nvPr/>
          </p:nvCxnSpPr>
          <p:spPr>
            <a:xfrm flipH="1" flipV="1">
              <a:off x="-950589" y="457977"/>
              <a:ext cx="76368" cy="763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A500E1-306F-EA40-D993-7FFB53543F82}"/>
                  </a:ext>
                </a:extLst>
              </p:cNvPr>
              <p:cNvSpPr txBox="1"/>
              <p:nvPr/>
            </p:nvSpPr>
            <p:spPr>
              <a:xfrm>
                <a:off x="700189" y="382594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A500E1-306F-EA40-D993-7FFB53543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89" y="382594"/>
                <a:ext cx="468574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1E7326-42A9-A9B0-7E87-AB3CB7005900}"/>
                  </a:ext>
                </a:extLst>
              </p:cNvPr>
              <p:cNvSpPr txBox="1"/>
              <p:nvPr/>
            </p:nvSpPr>
            <p:spPr>
              <a:xfrm>
                <a:off x="2296809" y="937813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1E7326-42A9-A9B0-7E87-AB3CB7005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809" y="937813"/>
                <a:ext cx="468574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B721EC-CCB3-4B5F-4D0E-535B41F55999}"/>
              </a:ext>
            </a:extLst>
          </p:cNvPr>
          <p:cNvCxnSpPr>
            <a:cxnSpLocks/>
          </p:cNvCxnSpPr>
          <p:nvPr/>
        </p:nvCxnSpPr>
        <p:spPr>
          <a:xfrm flipH="1">
            <a:off x="980985" y="836649"/>
            <a:ext cx="59544" cy="25478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562C7C-C02C-0E5D-FFB7-CFFFB711DB3C}"/>
              </a:ext>
            </a:extLst>
          </p:cNvPr>
          <p:cNvCxnSpPr>
            <a:cxnSpLocks/>
          </p:cNvCxnSpPr>
          <p:nvPr/>
        </p:nvCxnSpPr>
        <p:spPr>
          <a:xfrm flipH="1">
            <a:off x="1862037" y="943924"/>
            <a:ext cx="59544" cy="25478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7758A1-E8B1-6FDD-7F9B-0965221D9483}"/>
              </a:ext>
            </a:extLst>
          </p:cNvPr>
          <p:cNvCxnSpPr>
            <a:cxnSpLocks/>
          </p:cNvCxnSpPr>
          <p:nvPr/>
        </p:nvCxnSpPr>
        <p:spPr>
          <a:xfrm>
            <a:off x="1000739" y="962256"/>
            <a:ext cx="878945" cy="16323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A65735E-62D6-F2FC-0E2D-1E53C81CE8B3}"/>
                  </a:ext>
                </a:extLst>
              </p:cNvPr>
              <p:cNvSpPr txBox="1"/>
              <p:nvPr/>
            </p:nvSpPr>
            <p:spPr>
              <a:xfrm>
                <a:off x="1213722" y="979146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A65735E-62D6-F2FC-0E2D-1E53C81CE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722" y="979146"/>
                <a:ext cx="4685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9713F95-4684-06F6-87BD-A7EC1D2445A1}"/>
              </a:ext>
            </a:extLst>
          </p:cNvPr>
          <p:cNvCxnSpPr>
            <a:cxnSpLocks/>
          </p:cNvCxnSpPr>
          <p:nvPr/>
        </p:nvCxnSpPr>
        <p:spPr>
          <a:xfrm flipH="1">
            <a:off x="2204197" y="1314218"/>
            <a:ext cx="217725" cy="184839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9F6596-3917-35F3-44C5-CBF2151D4AF9}"/>
              </a:ext>
            </a:extLst>
          </p:cNvPr>
          <p:cNvCxnSpPr>
            <a:cxnSpLocks/>
          </p:cNvCxnSpPr>
          <p:nvPr/>
        </p:nvCxnSpPr>
        <p:spPr>
          <a:xfrm flipH="1">
            <a:off x="2910476" y="1822633"/>
            <a:ext cx="109303" cy="11210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5617A70-1218-24C9-5343-374AE6D4D7F3}"/>
              </a:ext>
            </a:extLst>
          </p:cNvPr>
          <p:cNvCxnSpPr>
            <a:cxnSpLocks/>
          </p:cNvCxnSpPr>
          <p:nvPr/>
        </p:nvCxnSpPr>
        <p:spPr>
          <a:xfrm>
            <a:off x="2272492" y="1422345"/>
            <a:ext cx="671017" cy="49264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DF1B4C-B0F3-B021-3018-5D4E798D5008}"/>
                  </a:ext>
                </a:extLst>
              </p:cNvPr>
              <p:cNvSpPr txBox="1"/>
              <p:nvPr/>
            </p:nvSpPr>
            <p:spPr>
              <a:xfrm>
                <a:off x="2124358" y="1447242"/>
                <a:ext cx="4685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DF1B4C-B0F3-B021-3018-5D4E798D5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358" y="1447242"/>
                <a:ext cx="46857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352512F-8D20-5B45-D55E-F93895E35EF3}"/>
              </a:ext>
            </a:extLst>
          </p:cNvPr>
          <p:cNvCxnSpPr>
            <a:cxnSpLocks/>
          </p:cNvCxnSpPr>
          <p:nvPr/>
        </p:nvCxnSpPr>
        <p:spPr>
          <a:xfrm flipV="1">
            <a:off x="693902" y="2023922"/>
            <a:ext cx="6858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81C6A371-8EDE-3C30-2C44-E07DBB4C3170}"/>
              </a:ext>
            </a:extLst>
          </p:cNvPr>
          <p:cNvSpPr/>
          <p:nvPr/>
        </p:nvSpPr>
        <p:spPr>
          <a:xfrm>
            <a:off x="2988856" y="1713414"/>
            <a:ext cx="180000" cy="18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13E286C-0BFD-18E3-8744-8C7D830ADCA0}"/>
              </a:ext>
            </a:extLst>
          </p:cNvPr>
          <p:cNvCxnSpPr>
            <a:cxnSpLocks/>
          </p:cNvCxnSpPr>
          <p:nvPr/>
        </p:nvCxnSpPr>
        <p:spPr>
          <a:xfrm flipV="1">
            <a:off x="1932227" y="504632"/>
            <a:ext cx="376816" cy="43869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D7C76F16-B849-59C6-5A50-723CA427F119}"/>
              </a:ext>
            </a:extLst>
          </p:cNvPr>
          <p:cNvSpPr/>
          <p:nvPr/>
        </p:nvSpPr>
        <p:spPr>
          <a:xfrm>
            <a:off x="1826012" y="869342"/>
            <a:ext cx="180000" cy="18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9D0771-80E8-6BEB-5F98-079E15A75515}"/>
              </a:ext>
            </a:extLst>
          </p:cNvPr>
          <p:cNvCxnSpPr>
            <a:cxnSpLocks/>
          </p:cNvCxnSpPr>
          <p:nvPr/>
        </p:nvCxnSpPr>
        <p:spPr>
          <a:xfrm flipV="1">
            <a:off x="531312" y="259695"/>
            <a:ext cx="124232" cy="42799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10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25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Mstafa Hussain Askar</dc:creator>
  <cp:lastModifiedBy>Ahmed Asker</cp:lastModifiedBy>
  <cp:revision>1</cp:revision>
  <dcterms:created xsi:type="dcterms:W3CDTF">2024-07-20T23:49:09Z</dcterms:created>
  <dcterms:modified xsi:type="dcterms:W3CDTF">2026-10-16T22:40:06Z</dcterms:modified>
</cp:coreProperties>
</file>